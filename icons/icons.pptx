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7" r:id="rId2"/>
    <p:sldId id="264" r:id="rId3"/>
    <p:sldId id="275" r:id="rId4"/>
    <p:sldId id="263" r:id="rId5"/>
    <p:sldId id="269" r:id="rId6"/>
    <p:sldId id="270" r:id="rId7"/>
    <p:sldId id="272" r:id="rId8"/>
    <p:sldId id="271" r:id="rId9"/>
    <p:sldId id="274" r:id="rId1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41"/>
    <a:srgbClr val="F5793B"/>
    <a:srgbClr val="EC3339"/>
    <a:srgbClr val="D63333"/>
    <a:srgbClr val="6A5D86"/>
    <a:srgbClr val="28A3D9"/>
    <a:srgbClr val="1DA44D"/>
    <a:srgbClr val="8C4FB0"/>
    <a:srgbClr val="5665EB"/>
    <a:srgbClr val="4FB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5033" autoAdjust="0"/>
  </p:normalViewPr>
  <p:slideViewPr>
    <p:cSldViewPr>
      <p:cViewPr>
        <p:scale>
          <a:sx n="125" d="100"/>
          <a:sy n="125" d="100"/>
        </p:scale>
        <p:origin x="966" y="-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44301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401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603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289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1793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02624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9509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535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3747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626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351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A01E9-5263-49B0-BF31-C9D0821B9F5E}" type="datetimeFigureOut">
              <a:rPr lang="en-NL" smtClean="0"/>
              <a:t>04/21/2026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7A999-AE6D-47ED-85E0-3BCE791BAC4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9776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73FB3C-8998-17AB-284F-5A928B872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261" y="1919077"/>
            <a:ext cx="2705478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DC01-7CAD-D0FE-3D8E-545D159A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4F4E3E-4DCD-036C-C0B8-67E2D4C0F427}"/>
              </a:ext>
            </a:extLst>
          </p:cNvPr>
          <p:cNvSpPr/>
          <p:nvPr/>
        </p:nvSpPr>
        <p:spPr>
          <a:xfrm>
            <a:off x="777000" y="2133000"/>
            <a:ext cx="1152000" cy="1152000"/>
          </a:xfrm>
          <a:prstGeom prst="rect">
            <a:avLst/>
          </a:prstGeom>
          <a:solidFill>
            <a:srgbClr val="F940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#F9402B</a:t>
            </a:r>
            <a:endParaRPr lang="en-NL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F43BC7-DA5B-2658-121F-674CF818925B}"/>
              </a:ext>
            </a:extLst>
          </p:cNvPr>
          <p:cNvSpPr/>
          <p:nvPr/>
        </p:nvSpPr>
        <p:spPr>
          <a:xfrm>
            <a:off x="2217000" y="2133000"/>
            <a:ext cx="1152000" cy="1152000"/>
          </a:xfrm>
          <a:prstGeom prst="rect">
            <a:avLst/>
          </a:prstGeom>
          <a:solidFill>
            <a:srgbClr val="F66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#F66B2B</a:t>
            </a:r>
            <a:endParaRPr lang="en-NL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6F1937-6362-B9CA-E0A9-C07884D4B8E3}"/>
              </a:ext>
            </a:extLst>
          </p:cNvPr>
          <p:cNvSpPr/>
          <p:nvPr/>
        </p:nvSpPr>
        <p:spPr>
          <a:xfrm>
            <a:off x="3657000" y="2133000"/>
            <a:ext cx="1152000" cy="1152000"/>
          </a:xfrm>
          <a:prstGeom prst="rect">
            <a:avLst/>
          </a:prstGeom>
          <a:solidFill>
            <a:srgbClr val="F99C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#F99C35</a:t>
            </a:r>
            <a:endParaRPr lang="en-NL" sz="16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96881-DB91-A239-E8A1-2CEE0FC007D5}"/>
              </a:ext>
            </a:extLst>
          </p:cNvPr>
          <p:cNvSpPr/>
          <p:nvPr/>
        </p:nvSpPr>
        <p:spPr>
          <a:xfrm>
            <a:off x="5097000" y="2133000"/>
            <a:ext cx="1152000" cy="1152000"/>
          </a:xfrm>
          <a:prstGeom prst="rect">
            <a:avLst/>
          </a:prstGeom>
          <a:solidFill>
            <a:srgbClr val="FFDE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#FFDE37</a:t>
            </a:r>
            <a:endParaRPr lang="en-NL" sz="16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3C6CD3-CC94-904B-1DB6-BC53FB472965}"/>
              </a:ext>
            </a:extLst>
          </p:cNvPr>
          <p:cNvSpPr/>
          <p:nvPr/>
        </p:nvSpPr>
        <p:spPr>
          <a:xfrm>
            <a:off x="6537000" y="2133000"/>
            <a:ext cx="1152000" cy="1152000"/>
          </a:xfrm>
          <a:prstGeom prst="rect">
            <a:avLst/>
          </a:prstGeom>
          <a:solidFill>
            <a:srgbClr val="C7DC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#C7DC51</a:t>
            </a:r>
            <a:endParaRPr lang="en-NL" sz="1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575993-1EA9-E079-D5AE-87EE5776F185}"/>
              </a:ext>
            </a:extLst>
          </p:cNvPr>
          <p:cNvSpPr/>
          <p:nvPr/>
        </p:nvSpPr>
        <p:spPr>
          <a:xfrm>
            <a:off x="7977000" y="2133000"/>
            <a:ext cx="1152000" cy="1152000"/>
          </a:xfrm>
          <a:prstGeom prst="rect">
            <a:avLst/>
          </a:prstGeom>
          <a:solidFill>
            <a:srgbClr val="7CD0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#7CD046</a:t>
            </a:r>
            <a:endParaRPr lang="en-NL" sz="16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FF06B4-B27E-AD5F-1844-B47941440F9D}"/>
              </a:ext>
            </a:extLst>
          </p:cNvPr>
          <p:cNvSpPr/>
          <p:nvPr/>
        </p:nvSpPr>
        <p:spPr>
          <a:xfrm>
            <a:off x="6537000" y="3573000"/>
            <a:ext cx="1152000" cy="1152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#00C2FF</a:t>
            </a:r>
            <a:endParaRPr lang="en-NL" sz="1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81E621-0981-A5BC-4FD0-41BEC85DA6E2}"/>
              </a:ext>
            </a:extLst>
          </p:cNvPr>
          <p:cNvSpPr/>
          <p:nvPr/>
        </p:nvSpPr>
        <p:spPr>
          <a:xfrm>
            <a:off x="7977000" y="3573000"/>
            <a:ext cx="1152000" cy="1152000"/>
          </a:xfrm>
          <a:prstGeom prst="rect">
            <a:avLst/>
          </a:prstGeom>
          <a:solidFill>
            <a:srgbClr val="009A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#009AD8</a:t>
            </a:r>
            <a:endParaRPr lang="en-NL" sz="16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36D460-51BE-978F-6616-E05FE07105DB}"/>
              </a:ext>
            </a:extLst>
          </p:cNvPr>
          <p:cNvSpPr/>
          <p:nvPr/>
        </p:nvSpPr>
        <p:spPr>
          <a:xfrm>
            <a:off x="5097000" y="3573000"/>
            <a:ext cx="1152000" cy="1152000"/>
          </a:xfrm>
          <a:prstGeom prst="rect">
            <a:avLst/>
          </a:prstGeom>
          <a:solidFill>
            <a:srgbClr val="4E6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#4E60B4</a:t>
            </a:r>
            <a:endParaRPr lang="en-NL" sz="16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BCF679-2F0C-F4C4-5DD6-2390CEA48B1A}"/>
              </a:ext>
            </a:extLst>
          </p:cNvPr>
          <p:cNvSpPr/>
          <p:nvPr/>
        </p:nvSpPr>
        <p:spPr>
          <a:xfrm>
            <a:off x="3657000" y="3573000"/>
            <a:ext cx="1152000" cy="1152000"/>
          </a:xfrm>
          <a:prstGeom prst="rect">
            <a:avLst/>
          </a:prstGeom>
          <a:solidFill>
            <a:srgbClr val="8048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#8048A3</a:t>
            </a:r>
            <a:endParaRPr lang="en-NL" sz="16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D53B1E-026D-A9ED-37FA-9AAF149D505E}"/>
              </a:ext>
            </a:extLst>
          </p:cNvPr>
          <p:cNvSpPr/>
          <p:nvPr/>
        </p:nvSpPr>
        <p:spPr>
          <a:xfrm>
            <a:off x="2217000" y="3573000"/>
            <a:ext cx="1152000" cy="1152000"/>
          </a:xfrm>
          <a:prstGeom prst="rect">
            <a:avLst/>
          </a:prstGeom>
          <a:solidFill>
            <a:srgbClr val="F044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#F04496</a:t>
            </a:r>
            <a:endParaRPr lang="en-NL" sz="16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033C44-7D95-6641-C6E2-5CD0B298C5E3}"/>
              </a:ext>
            </a:extLst>
          </p:cNvPr>
          <p:cNvSpPr/>
          <p:nvPr/>
        </p:nvSpPr>
        <p:spPr>
          <a:xfrm>
            <a:off x="777000" y="3573000"/>
            <a:ext cx="1152000" cy="1152000"/>
          </a:xfrm>
          <a:prstGeom prst="rect">
            <a:avLst/>
          </a:prstGeom>
          <a:solidFill>
            <a:srgbClr val="FD3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#FD3769</a:t>
            </a:r>
            <a:endParaRPr lang="en-NL" sz="1600" b="1" dirty="0"/>
          </a:p>
        </p:txBody>
      </p:sp>
    </p:spTree>
    <p:extLst>
      <p:ext uri="{BB962C8B-B14F-4D97-AF65-F5344CB8AC3E}">
        <p14:creationId xmlns:p14="http://schemas.microsoft.com/office/powerpoint/2010/main" val="352868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D7A7-2E17-4C49-4BB7-9A94EDF0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F53C89-F91E-7538-96B5-B372F0100626}"/>
              </a:ext>
            </a:extLst>
          </p:cNvPr>
          <p:cNvSpPr/>
          <p:nvPr/>
        </p:nvSpPr>
        <p:spPr>
          <a:xfrm>
            <a:off x="777000" y="2853000"/>
            <a:ext cx="1152000" cy="1152000"/>
          </a:xfrm>
          <a:prstGeom prst="rect">
            <a:avLst/>
          </a:prstGeom>
          <a:solidFill>
            <a:srgbClr val="EC33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#EC3339</a:t>
            </a:r>
            <a:endParaRPr lang="en-NL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62B74-3A19-74DF-79FA-13BC7DA9FCE5}"/>
              </a:ext>
            </a:extLst>
          </p:cNvPr>
          <p:cNvSpPr/>
          <p:nvPr/>
        </p:nvSpPr>
        <p:spPr>
          <a:xfrm>
            <a:off x="2217000" y="2853000"/>
            <a:ext cx="1152000" cy="1152000"/>
          </a:xfrm>
          <a:prstGeom prst="rect">
            <a:avLst/>
          </a:prstGeom>
          <a:solidFill>
            <a:srgbClr val="F579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#F5793B</a:t>
            </a:r>
            <a:endParaRPr lang="en-NL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21E31A-46BD-B712-7922-218C0EB0E75F}"/>
              </a:ext>
            </a:extLst>
          </p:cNvPr>
          <p:cNvSpPr/>
          <p:nvPr/>
        </p:nvSpPr>
        <p:spPr>
          <a:xfrm>
            <a:off x="3657000" y="2853000"/>
            <a:ext cx="1152000" cy="1152000"/>
          </a:xfrm>
          <a:prstGeom prst="rect">
            <a:avLst/>
          </a:prstGeom>
          <a:solidFill>
            <a:srgbClr val="FFBD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#FFBD41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2AC3B7-2D86-5016-47E1-1A250287B0DB}"/>
              </a:ext>
            </a:extLst>
          </p:cNvPr>
          <p:cNvSpPr/>
          <p:nvPr/>
        </p:nvSpPr>
        <p:spPr>
          <a:xfrm>
            <a:off x="5097000" y="2868375"/>
            <a:ext cx="1152000" cy="1152000"/>
          </a:xfrm>
          <a:prstGeom prst="rect">
            <a:avLst/>
          </a:prstGeom>
          <a:solidFill>
            <a:srgbClr val="1DA4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#1DA44D</a:t>
            </a:r>
            <a:endParaRPr lang="en-NL" sz="16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BD1C4-042F-5C02-39A6-97100B37F6B5}"/>
              </a:ext>
            </a:extLst>
          </p:cNvPr>
          <p:cNvSpPr/>
          <p:nvPr/>
        </p:nvSpPr>
        <p:spPr>
          <a:xfrm>
            <a:off x="6537000" y="2865900"/>
            <a:ext cx="1152000" cy="1152000"/>
          </a:xfrm>
          <a:prstGeom prst="rect">
            <a:avLst/>
          </a:prstGeom>
          <a:solidFill>
            <a:srgbClr val="28A3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#28A3D9</a:t>
            </a:r>
            <a:endParaRPr lang="en-NL" sz="16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8BB1C9-E2C7-5C63-8DD9-E596D819C405}"/>
              </a:ext>
            </a:extLst>
          </p:cNvPr>
          <p:cNvSpPr/>
          <p:nvPr/>
        </p:nvSpPr>
        <p:spPr>
          <a:xfrm>
            <a:off x="7977000" y="2865900"/>
            <a:ext cx="1152000" cy="1152000"/>
          </a:xfrm>
          <a:prstGeom prst="rect">
            <a:avLst/>
          </a:prstGeom>
          <a:solidFill>
            <a:srgbClr val="8C4F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#8C4FB0</a:t>
            </a:r>
            <a:endParaRPr lang="en-NL" sz="1600" b="1" dirty="0"/>
          </a:p>
        </p:txBody>
      </p:sp>
    </p:spTree>
    <p:extLst>
      <p:ext uri="{BB962C8B-B14F-4D97-AF65-F5344CB8AC3E}">
        <p14:creationId xmlns:p14="http://schemas.microsoft.com/office/powerpoint/2010/main" val="22260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83C65-5CD9-B253-935C-3F57A8F3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Refresh with solid fill">
            <a:extLst>
              <a:ext uri="{FF2B5EF4-FFF2-40B4-BE49-F238E27FC236}">
                <a16:creationId xmlns:a16="http://schemas.microsoft.com/office/drawing/2014/main" id="{5C19D4F6-3675-C71E-2C4F-B5CB52B99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33000" y="4149000"/>
            <a:ext cx="1440000" cy="1440000"/>
          </a:xfrm>
          <a:prstGeom prst="rect">
            <a:avLst/>
          </a:prstGeom>
        </p:spPr>
      </p:pic>
      <p:pic>
        <p:nvPicPr>
          <p:cNvPr id="88" name="Graphic 87" descr="User with solid fill">
            <a:extLst>
              <a:ext uri="{FF2B5EF4-FFF2-40B4-BE49-F238E27FC236}">
                <a16:creationId xmlns:a16="http://schemas.microsoft.com/office/drawing/2014/main" id="{A1E8E3B4-EF26-D7AD-7B02-8362E12DCC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3000" y="1269000"/>
            <a:ext cx="1440000" cy="1440000"/>
          </a:xfrm>
          <a:prstGeom prst="rect">
            <a:avLst/>
          </a:prstGeom>
        </p:spPr>
      </p:pic>
      <p:pic>
        <p:nvPicPr>
          <p:cNvPr id="90" name="Graphic 89" descr="Marker with solid fill">
            <a:extLst>
              <a:ext uri="{FF2B5EF4-FFF2-40B4-BE49-F238E27FC236}">
                <a16:creationId xmlns:a16="http://schemas.microsoft.com/office/drawing/2014/main" id="{AA2C6F64-09F2-45C1-8DCD-B46B49213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2709000"/>
            <a:ext cx="1440000" cy="1440000"/>
          </a:xfrm>
          <a:prstGeom prst="rect">
            <a:avLst/>
          </a:prstGeom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5645BA9-C1E2-881F-6517-0465D017E42B}"/>
              </a:ext>
            </a:extLst>
          </p:cNvPr>
          <p:cNvGrpSpPr/>
          <p:nvPr/>
        </p:nvGrpSpPr>
        <p:grpSpPr>
          <a:xfrm>
            <a:off x="2073000" y="2709000"/>
            <a:ext cx="1440000" cy="1440000"/>
            <a:chOff x="3330231" y="629962"/>
            <a:chExt cx="1440000" cy="1440000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46CE87F-5010-2A8D-03E2-D19592E77879}"/>
                </a:ext>
              </a:extLst>
            </p:cNvPr>
            <p:cNvSpPr/>
            <p:nvPr/>
          </p:nvSpPr>
          <p:spPr>
            <a:xfrm>
              <a:off x="3474231" y="773962"/>
              <a:ext cx="1152000" cy="1152000"/>
            </a:xfrm>
            <a:custGeom>
              <a:avLst/>
              <a:gdLst>
                <a:gd name="connsiteX0" fmla="*/ 576000 w 1152000"/>
                <a:gd name="connsiteY0" fmla="*/ 817500 h 1152000"/>
                <a:gd name="connsiteX1" fmla="*/ 492000 w 1152000"/>
                <a:gd name="connsiteY1" fmla="*/ 901500 h 1152000"/>
                <a:gd name="connsiteX2" fmla="*/ 576000 w 1152000"/>
                <a:gd name="connsiteY2" fmla="*/ 985500 h 1152000"/>
                <a:gd name="connsiteX3" fmla="*/ 660000 w 1152000"/>
                <a:gd name="connsiteY3" fmla="*/ 901500 h 1152000"/>
                <a:gd name="connsiteX4" fmla="*/ 576000 w 1152000"/>
                <a:gd name="connsiteY4" fmla="*/ 817500 h 1152000"/>
                <a:gd name="connsiteX5" fmla="*/ 516674 w 1152000"/>
                <a:gd name="connsiteY5" fmla="*/ 156000 h 1152000"/>
                <a:gd name="connsiteX6" fmla="*/ 526544 w 1152000"/>
                <a:gd name="connsiteY6" fmla="*/ 753345 h 1152000"/>
                <a:gd name="connsiteX7" fmla="*/ 625454 w 1152000"/>
                <a:gd name="connsiteY7" fmla="*/ 753345 h 1152000"/>
                <a:gd name="connsiteX8" fmla="*/ 635324 w 1152000"/>
                <a:gd name="connsiteY8" fmla="*/ 156000 h 1152000"/>
                <a:gd name="connsiteX9" fmla="*/ 576000 w 1152000"/>
                <a:gd name="connsiteY9" fmla="*/ 0 h 1152000"/>
                <a:gd name="connsiteX10" fmla="*/ 1152000 w 1152000"/>
                <a:gd name="connsiteY10" fmla="*/ 576000 h 1152000"/>
                <a:gd name="connsiteX11" fmla="*/ 576000 w 1152000"/>
                <a:gd name="connsiteY11" fmla="*/ 1152000 h 1152000"/>
                <a:gd name="connsiteX12" fmla="*/ 0 w 1152000"/>
                <a:gd name="connsiteY12" fmla="*/ 576000 h 1152000"/>
                <a:gd name="connsiteX13" fmla="*/ 576000 w 1152000"/>
                <a:gd name="connsiteY13" fmla="*/ 0 h 115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52000" h="1152000">
                  <a:moveTo>
                    <a:pt x="576000" y="817500"/>
                  </a:moveTo>
                  <a:cubicBezTo>
                    <a:pt x="529608" y="817500"/>
                    <a:pt x="492000" y="855108"/>
                    <a:pt x="492000" y="901500"/>
                  </a:cubicBezTo>
                  <a:cubicBezTo>
                    <a:pt x="492000" y="947892"/>
                    <a:pt x="529608" y="985500"/>
                    <a:pt x="576000" y="985500"/>
                  </a:cubicBezTo>
                  <a:cubicBezTo>
                    <a:pt x="622392" y="985500"/>
                    <a:pt x="660000" y="947892"/>
                    <a:pt x="660000" y="901500"/>
                  </a:cubicBezTo>
                  <a:cubicBezTo>
                    <a:pt x="660000" y="855108"/>
                    <a:pt x="622392" y="817500"/>
                    <a:pt x="576000" y="817500"/>
                  </a:cubicBezTo>
                  <a:close/>
                  <a:moveTo>
                    <a:pt x="516674" y="156000"/>
                  </a:moveTo>
                  <a:lnTo>
                    <a:pt x="526544" y="753345"/>
                  </a:lnTo>
                  <a:lnTo>
                    <a:pt x="625454" y="753345"/>
                  </a:lnTo>
                  <a:lnTo>
                    <a:pt x="635324" y="156000"/>
                  </a:lnTo>
                  <a:close/>
                  <a:moveTo>
                    <a:pt x="576000" y="0"/>
                  </a:moveTo>
                  <a:cubicBezTo>
                    <a:pt x="894116" y="0"/>
                    <a:pt x="1152000" y="257884"/>
                    <a:pt x="1152000" y="576000"/>
                  </a:cubicBezTo>
                  <a:cubicBezTo>
                    <a:pt x="1152000" y="894116"/>
                    <a:pt x="894116" y="1152000"/>
                    <a:pt x="576000" y="1152000"/>
                  </a:cubicBezTo>
                  <a:cubicBezTo>
                    <a:pt x="257884" y="1152000"/>
                    <a:pt x="0" y="894116"/>
                    <a:pt x="0" y="576000"/>
                  </a:cubicBezTo>
                  <a:cubicBezTo>
                    <a:pt x="0" y="257884"/>
                    <a:pt x="257884" y="0"/>
                    <a:pt x="5760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C50E0CB-C58C-B814-52A4-12E1853CF3AB}"/>
                </a:ext>
              </a:extLst>
            </p:cNvPr>
            <p:cNvSpPr/>
            <p:nvPr/>
          </p:nvSpPr>
          <p:spPr>
            <a:xfrm>
              <a:off x="3330231" y="629962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pic>
        <p:nvPicPr>
          <p:cNvPr id="119" name="Graphic 118" descr="User with solid fill">
            <a:extLst>
              <a:ext uri="{FF2B5EF4-FFF2-40B4-BE49-F238E27FC236}">
                <a16:creationId xmlns:a16="http://schemas.microsoft.com/office/drawing/2014/main" id="{FC8EF1B9-0C3E-5781-6CF3-FA6F70C5A9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3000" y="1269000"/>
            <a:ext cx="1440000" cy="1440000"/>
          </a:xfrm>
          <a:prstGeom prst="rect">
            <a:avLst/>
          </a:prstGeom>
        </p:spPr>
      </p:pic>
      <p:pic>
        <p:nvPicPr>
          <p:cNvPr id="126" name="Graphic 125" descr="Marker with solid fill">
            <a:extLst>
              <a:ext uri="{FF2B5EF4-FFF2-40B4-BE49-F238E27FC236}">
                <a16:creationId xmlns:a16="http://schemas.microsoft.com/office/drawing/2014/main" id="{F8367915-B79B-1066-6EDD-D04A89D36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3000" y="2709000"/>
            <a:ext cx="1440000" cy="1440000"/>
          </a:xfrm>
          <a:prstGeom prst="rect">
            <a:avLst/>
          </a:prstGeom>
        </p:spPr>
      </p:pic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3A9080B-4010-0310-A219-10DD71FB8378}"/>
              </a:ext>
            </a:extLst>
          </p:cNvPr>
          <p:cNvGrpSpPr/>
          <p:nvPr/>
        </p:nvGrpSpPr>
        <p:grpSpPr>
          <a:xfrm>
            <a:off x="6393000" y="1269000"/>
            <a:ext cx="1440000" cy="1440000"/>
            <a:chOff x="4770231" y="629962"/>
            <a:chExt cx="1440000" cy="1440000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E5F9C68-5A3E-3F59-139E-41E1B17950E7}"/>
                </a:ext>
              </a:extLst>
            </p:cNvPr>
            <p:cNvSpPr/>
            <p:nvPr/>
          </p:nvSpPr>
          <p:spPr>
            <a:xfrm>
              <a:off x="4770231" y="629962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3F58FDB8-0839-C1E1-50D6-22A1673ED39F}"/>
                </a:ext>
              </a:extLst>
            </p:cNvPr>
            <p:cNvSpPr/>
            <p:nvPr/>
          </p:nvSpPr>
          <p:spPr>
            <a:xfrm>
              <a:off x="4914231" y="773962"/>
              <a:ext cx="1152000" cy="115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dirty="0"/>
            </a:p>
          </p:txBody>
        </p:sp>
        <p:pic>
          <p:nvPicPr>
            <p:cNvPr id="128" name="Graphic 127" descr="Question Mark with solid fill">
              <a:extLst>
                <a:ext uri="{FF2B5EF4-FFF2-40B4-BE49-F238E27FC236}">
                  <a16:creationId xmlns:a16="http://schemas.microsoft.com/office/drawing/2014/main" id="{EA06E4B9-CA73-0A0C-71D3-6EE2CBA774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86231" y="845962"/>
              <a:ext cx="1008000" cy="1008000"/>
            </a:xfrm>
            <a:prstGeom prst="rect">
              <a:avLst/>
            </a:prstGeom>
          </p:spPr>
        </p:pic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1CE347E-846E-E725-E07B-66CD5269A9D8}"/>
              </a:ext>
            </a:extLst>
          </p:cNvPr>
          <p:cNvGrpSpPr/>
          <p:nvPr/>
        </p:nvGrpSpPr>
        <p:grpSpPr>
          <a:xfrm>
            <a:off x="4953000" y="1269000"/>
            <a:ext cx="1440000" cy="1440000"/>
            <a:chOff x="3330231" y="629962"/>
            <a:chExt cx="1440000" cy="1440000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C8696C3-7306-F81C-9B38-682756494DAF}"/>
                </a:ext>
              </a:extLst>
            </p:cNvPr>
            <p:cNvSpPr/>
            <p:nvPr/>
          </p:nvSpPr>
          <p:spPr>
            <a:xfrm>
              <a:off x="3474231" y="773962"/>
              <a:ext cx="1152000" cy="1152000"/>
            </a:xfrm>
            <a:custGeom>
              <a:avLst/>
              <a:gdLst>
                <a:gd name="connsiteX0" fmla="*/ 578080 w 1152000"/>
                <a:gd name="connsiteY0" fmla="*/ 852377 h 1152000"/>
                <a:gd name="connsiteX1" fmla="*/ 523634 w 1152000"/>
                <a:gd name="connsiteY1" fmla="*/ 874863 h 1152000"/>
                <a:gd name="connsiteX2" fmla="*/ 523521 w 1152000"/>
                <a:gd name="connsiteY2" fmla="*/ 874976 h 1152000"/>
                <a:gd name="connsiteX3" fmla="*/ 507015 w 1152000"/>
                <a:gd name="connsiteY3" fmla="*/ 899609 h 1152000"/>
                <a:gd name="connsiteX4" fmla="*/ 500998 w 1152000"/>
                <a:gd name="connsiteY4" fmla="*/ 929650 h 1152000"/>
                <a:gd name="connsiteX5" fmla="*/ 507036 w 1152000"/>
                <a:gd name="connsiteY5" fmla="*/ 959554 h 1152000"/>
                <a:gd name="connsiteX6" fmla="*/ 548154 w 1152000"/>
                <a:gd name="connsiteY6" fmla="*/ 1000451 h 1152000"/>
                <a:gd name="connsiteX7" fmla="*/ 578184 w 1152000"/>
                <a:gd name="connsiteY7" fmla="*/ 1006499 h 1152000"/>
                <a:gd name="connsiteX8" fmla="*/ 608088 w 1152000"/>
                <a:gd name="connsiteY8" fmla="*/ 1000462 h 1152000"/>
                <a:gd name="connsiteX9" fmla="*/ 648954 w 1152000"/>
                <a:gd name="connsiteY9" fmla="*/ 959585 h 1152000"/>
                <a:gd name="connsiteX10" fmla="*/ 655002 w 1152000"/>
                <a:gd name="connsiteY10" fmla="*/ 929681 h 1152000"/>
                <a:gd name="connsiteX11" fmla="*/ 648975 w 1152000"/>
                <a:gd name="connsiteY11" fmla="*/ 899641 h 1152000"/>
                <a:gd name="connsiteX12" fmla="*/ 632479 w 1152000"/>
                <a:gd name="connsiteY12" fmla="*/ 874976 h 1152000"/>
                <a:gd name="connsiteX13" fmla="*/ 578080 w 1152000"/>
                <a:gd name="connsiteY13" fmla="*/ 852377 h 1152000"/>
                <a:gd name="connsiteX14" fmla="*/ 599187 w 1152000"/>
                <a:gd name="connsiteY14" fmla="*/ 147243 h 1152000"/>
                <a:gd name="connsiteX15" fmla="*/ 544959 w 1152000"/>
                <a:gd name="connsiteY15" fmla="*/ 148112 h 1152000"/>
                <a:gd name="connsiteX16" fmla="*/ 308333 w 1152000"/>
                <a:gd name="connsiteY16" fmla="*/ 413134 h 1152000"/>
                <a:gd name="connsiteX17" fmla="*/ 434333 w 1152000"/>
                <a:gd name="connsiteY17" fmla="*/ 413134 h 1152000"/>
                <a:gd name="connsiteX18" fmla="*/ 576024 w 1152000"/>
                <a:gd name="connsiteY18" fmla="*/ 271430 h 1152000"/>
                <a:gd name="connsiteX19" fmla="*/ 717728 w 1152000"/>
                <a:gd name="connsiteY19" fmla="*/ 413122 h 1152000"/>
                <a:gd name="connsiteX20" fmla="*/ 651284 w 1152000"/>
                <a:gd name="connsiteY20" fmla="*/ 533191 h 1152000"/>
                <a:gd name="connsiteX21" fmla="*/ 512999 w 1152000"/>
                <a:gd name="connsiteY21" fmla="*/ 777998 h 1152000"/>
                <a:gd name="connsiteX22" fmla="*/ 638999 w 1152000"/>
                <a:gd name="connsiteY22" fmla="*/ 777998 h 1152000"/>
                <a:gd name="connsiteX23" fmla="*/ 718358 w 1152000"/>
                <a:gd name="connsiteY23" fmla="*/ 639850 h 1152000"/>
                <a:gd name="connsiteX24" fmla="*/ 842017 w 1152000"/>
                <a:gd name="connsiteY24" fmla="*/ 382925 h 1152000"/>
                <a:gd name="connsiteX25" fmla="*/ 599187 w 1152000"/>
                <a:gd name="connsiteY25" fmla="*/ 147243 h 1152000"/>
                <a:gd name="connsiteX26" fmla="*/ 576000 w 1152000"/>
                <a:gd name="connsiteY26" fmla="*/ 0 h 1152000"/>
                <a:gd name="connsiteX27" fmla="*/ 1152000 w 1152000"/>
                <a:gd name="connsiteY27" fmla="*/ 576000 h 1152000"/>
                <a:gd name="connsiteX28" fmla="*/ 576000 w 1152000"/>
                <a:gd name="connsiteY28" fmla="*/ 1152000 h 1152000"/>
                <a:gd name="connsiteX29" fmla="*/ 0 w 1152000"/>
                <a:gd name="connsiteY29" fmla="*/ 576000 h 1152000"/>
                <a:gd name="connsiteX30" fmla="*/ 576000 w 1152000"/>
                <a:gd name="connsiteY30" fmla="*/ 0 h 115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52000" h="1152000">
                  <a:moveTo>
                    <a:pt x="578080" y="852377"/>
                  </a:moveTo>
                  <a:cubicBezTo>
                    <a:pt x="558383" y="852357"/>
                    <a:pt x="538679" y="859850"/>
                    <a:pt x="523634" y="874863"/>
                  </a:cubicBezTo>
                  <a:cubicBezTo>
                    <a:pt x="523596" y="874901"/>
                    <a:pt x="523559" y="874939"/>
                    <a:pt x="523521" y="874976"/>
                  </a:cubicBezTo>
                  <a:cubicBezTo>
                    <a:pt x="516479" y="882044"/>
                    <a:pt x="510873" y="890409"/>
                    <a:pt x="507015" y="899609"/>
                  </a:cubicBezTo>
                  <a:cubicBezTo>
                    <a:pt x="502997" y="909113"/>
                    <a:pt x="500951" y="919333"/>
                    <a:pt x="500998" y="929650"/>
                  </a:cubicBezTo>
                  <a:cubicBezTo>
                    <a:pt x="500940" y="939926"/>
                    <a:pt x="502995" y="950105"/>
                    <a:pt x="507036" y="959554"/>
                  </a:cubicBezTo>
                  <a:cubicBezTo>
                    <a:pt x="514888" y="978024"/>
                    <a:pt x="529641" y="992699"/>
                    <a:pt x="548154" y="1000451"/>
                  </a:cubicBezTo>
                  <a:cubicBezTo>
                    <a:pt x="557655" y="1004468"/>
                    <a:pt x="567869" y="1006525"/>
                    <a:pt x="578184" y="1006499"/>
                  </a:cubicBezTo>
                  <a:cubicBezTo>
                    <a:pt x="588459" y="1006550"/>
                    <a:pt x="598637" y="1004496"/>
                    <a:pt x="608088" y="1000462"/>
                  </a:cubicBezTo>
                  <a:cubicBezTo>
                    <a:pt x="626469" y="992612"/>
                    <a:pt x="641109" y="977969"/>
                    <a:pt x="648954" y="959585"/>
                  </a:cubicBezTo>
                  <a:cubicBezTo>
                    <a:pt x="652992" y="950135"/>
                    <a:pt x="655050" y="939958"/>
                    <a:pt x="655002" y="929681"/>
                  </a:cubicBezTo>
                  <a:cubicBezTo>
                    <a:pt x="655041" y="919364"/>
                    <a:pt x="652990" y="909145"/>
                    <a:pt x="648975" y="899641"/>
                  </a:cubicBezTo>
                  <a:cubicBezTo>
                    <a:pt x="645119" y="890432"/>
                    <a:pt x="639517" y="882056"/>
                    <a:pt x="632479" y="874976"/>
                  </a:cubicBezTo>
                  <a:cubicBezTo>
                    <a:pt x="617466" y="859933"/>
                    <a:pt x="597777" y="852398"/>
                    <a:pt x="578080" y="852377"/>
                  </a:cubicBezTo>
                  <a:close/>
                  <a:moveTo>
                    <a:pt x="599187" y="147243"/>
                  </a:moveTo>
                  <a:cubicBezTo>
                    <a:pt x="581460" y="145726"/>
                    <a:pt x="563318" y="145964"/>
                    <a:pt x="544959" y="148112"/>
                  </a:cubicBezTo>
                  <a:cubicBezTo>
                    <a:pt x="410392" y="163861"/>
                    <a:pt x="308795" y="277649"/>
                    <a:pt x="308333" y="413134"/>
                  </a:cubicBezTo>
                  <a:lnTo>
                    <a:pt x="434333" y="413134"/>
                  </a:lnTo>
                  <a:cubicBezTo>
                    <a:pt x="434330" y="334876"/>
                    <a:pt x="497768" y="271433"/>
                    <a:pt x="576024" y="271430"/>
                  </a:cubicBezTo>
                  <a:cubicBezTo>
                    <a:pt x="654282" y="271427"/>
                    <a:pt x="717725" y="334865"/>
                    <a:pt x="717728" y="413122"/>
                  </a:cubicBezTo>
                  <a:cubicBezTo>
                    <a:pt x="717730" y="461916"/>
                    <a:pt x="692628" y="507278"/>
                    <a:pt x="651284" y="533191"/>
                  </a:cubicBezTo>
                  <a:cubicBezTo>
                    <a:pt x="565962" y="585395"/>
                    <a:pt x="513666" y="677975"/>
                    <a:pt x="512999" y="777998"/>
                  </a:cubicBezTo>
                  <a:lnTo>
                    <a:pt x="638999" y="777998"/>
                  </a:lnTo>
                  <a:cubicBezTo>
                    <a:pt x="639802" y="721330"/>
                    <a:pt x="669810" y="669092"/>
                    <a:pt x="718358" y="639850"/>
                  </a:cubicBezTo>
                  <a:cubicBezTo>
                    <a:pt x="805761" y="585298"/>
                    <a:pt x="853906" y="485267"/>
                    <a:pt x="842017" y="382925"/>
                  </a:cubicBezTo>
                  <a:cubicBezTo>
                    <a:pt x="826977" y="254412"/>
                    <a:pt x="723271" y="157859"/>
                    <a:pt x="599187" y="147243"/>
                  </a:cubicBezTo>
                  <a:close/>
                  <a:moveTo>
                    <a:pt x="576000" y="0"/>
                  </a:moveTo>
                  <a:cubicBezTo>
                    <a:pt x="894116" y="0"/>
                    <a:pt x="1152000" y="257884"/>
                    <a:pt x="1152000" y="576000"/>
                  </a:cubicBezTo>
                  <a:cubicBezTo>
                    <a:pt x="1152000" y="894116"/>
                    <a:pt x="894116" y="1152000"/>
                    <a:pt x="576000" y="1152000"/>
                  </a:cubicBezTo>
                  <a:cubicBezTo>
                    <a:pt x="257884" y="1152000"/>
                    <a:pt x="0" y="894116"/>
                    <a:pt x="0" y="576000"/>
                  </a:cubicBezTo>
                  <a:cubicBezTo>
                    <a:pt x="0" y="257884"/>
                    <a:pt x="257884" y="0"/>
                    <a:pt x="57600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A5088B1-5E21-9223-5EF5-376305749301}"/>
                </a:ext>
              </a:extLst>
            </p:cNvPr>
            <p:cNvSpPr/>
            <p:nvPr/>
          </p:nvSpPr>
          <p:spPr>
            <a:xfrm>
              <a:off x="3330231" y="629962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E659D49-1731-89F9-F0BE-7AE9E49416AD}"/>
              </a:ext>
            </a:extLst>
          </p:cNvPr>
          <p:cNvGrpSpPr/>
          <p:nvPr/>
        </p:nvGrpSpPr>
        <p:grpSpPr>
          <a:xfrm>
            <a:off x="3513000" y="2709000"/>
            <a:ext cx="1440000" cy="1440000"/>
            <a:chOff x="7650231" y="629962"/>
            <a:chExt cx="1440000" cy="1440000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5F1E29C7-CD24-4B3C-BF31-204B2D122F5A}"/>
                </a:ext>
              </a:extLst>
            </p:cNvPr>
            <p:cNvSpPr/>
            <p:nvPr/>
          </p:nvSpPr>
          <p:spPr>
            <a:xfrm>
              <a:off x="7794231" y="773962"/>
              <a:ext cx="1152000" cy="1152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L" dirty="0"/>
            </a:p>
          </p:txBody>
        </p:sp>
        <p:pic>
          <p:nvPicPr>
            <p:cNvPr id="131" name="Graphic 130" descr="Exclamation mark with solid fill">
              <a:extLst>
                <a:ext uri="{FF2B5EF4-FFF2-40B4-BE49-F238E27FC236}">
                  <a16:creationId xmlns:a16="http://schemas.microsoft.com/office/drawing/2014/main" id="{7610CAAA-3FE8-05A9-DA1B-E5F551DBD8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66231" y="845962"/>
              <a:ext cx="1008000" cy="1008000"/>
            </a:xfrm>
            <a:prstGeom prst="rect">
              <a:avLst/>
            </a:prstGeom>
          </p:spPr>
        </p:pic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EB0F443-ECB2-B490-6F84-78FB24EC4E53}"/>
                </a:ext>
              </a:extLst>
            </p:cNvPr>
            <p:cNvSpPr/>
            <p:nvPr/>
          </p:nvSpPr>
          <p:spPr>
            <a:xfrm>
              <a:off x="7650231" y="629962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</p:grpSp>
    </p:spTree>
    <p:extLst>
      <p:ext uri="{BB962C8B-B14F-4D97-AF65-F5344CB8AC3E}">
        <p14:creationId xmlns:p14="http://schemas.microsoft.com/office/powerpoint/2010/main" val="263496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9D04C-0897-8431-3F9E-A880C0CD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User with solid fill">
            <a:extLst>
              <a:ext uri="{FF2B5EF4-FFF2-40B4-BE49-F238E27FC236}">
                <a16:creationId xmlns:a16="http://schemas.microsoft.com/office/drawing/2014/main" id="{9D2C8742-58B9-00B5-2B4B-5374816E04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13000" y="3429000"/>
            <a:ext cx="1440000" cy="1440000"/>
          </a:xfrm>
          <a:prstGeom prst="rect">
            <a:avLst/>
          </a:prstGeom>
        </p:spPr>
      </p:pic>
      <p:pic>
        <p:nvPicPr>
          <p:cNvPr id="7" name="Graphic 6" descr="Badge Follow with solid fill">
            <a:extLst>
              <a:ext uri="{FF2B5EF4-FFF2-40B4-BE49-F238E27FC236}">
                <a16:creationId xmlns:a16="http://schemas.microsoft.com/office/drawing/2014/main" id="{62A88156-A7A1-6A0A-3B97-01CDA237B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00" y="3429000"/>
            <a:ext cx="1440000" cy="1440000"/>
          </a:xfrm>
          <a:prstGeom prst="rect">
            <a:avLst/>
          </a:prstGeom>
        </p:spPr>
      </p:pic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342C35A6-5005-FEF3-FB90-85C54EF69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549000"/>
            <a:ext cx="1440000" cy="1440000"/>
          </a:xfrm>
          <a:prstGeom prst="rect">
            <a:avLst/>
          </a:prstGeom>
        </p:spPr>
      </p:pic>
      <p:pic>
        <p:nvPicPr>
          <p:cNvPr id="155" name="Graphic 154" descr="Blind with solid fill">
            <a:extLst>
              <a:ext uri="{FF2B5EF4-FFF2-40B4-BE49-F238E27FC236}">
                <a16:creationId xmlns:a16="http://schemas.microsoft.com/office/drawing/2014/main" id="{7A46047C-8986-AC90-6F91-E406E55E1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3000" y="1989000"/>
            <a:ext cx="1440000" cy="1440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943803A-973B-B6C1-5618-9F3ABFB05A4E}"/>
              </a:ext>
            </a:extLst>
          </p:cNvPr>
          <p:cNvGrpSpPr/>
          <p:nvPr/>
        </p:nvGrpSpPr>
        <p:grpSpPr>
          <a:xfrm>
            <a:off x="4953000" y="1989000"/>
            <a:ext cx="1440000" cy="1440000"/>
            <a:chOff x="3513000" y="1989000"/>
            <a:chExt cx="1440000" cy="1440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A6A066-2EDA-7E9F-49A2-BF53D2E20F7C}"/>
                </a:ext>
              </a:extLst>
            </p:cNvPr>
            <p:cNvSpPr/>
            <p:nvPr/>
          </p:nvSpPr>
          <p:spPr>
            <a:xfrm>
              <a:off x="351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pic>
          <p:nvPicPr>
            <p:cNvPr id="12" name="Graphic 11" descr="Eye with solid fill">
              <a:extLst>
                <a:ext uri="{FF2B5EF4-FFF2-40B4-BE49-F238E27FC236}">
                  <a16:creationId xmlns:a16="http://schemas.microsoft.com/office/drawing/2014/main" id="{57EFBA16-6F02-93DB-BBF4-4B7E5F30DC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67000" y="2002556"/>
              <a:ext cx="1332000" cy="13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0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6B33D-5C04-BCF7-ECE8-9338D53B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3F52453-8174-8E85-BD71-382ED381D527}"/>
              </a:ext>
            </a:extLst>
          </p:cNvPr>
          <p:cNvGrpSpPr/>
          <p:nvPr/>
        </p:nvGrpSpPr>
        <p:grpSpPr>
          <a:xfrm>
            <a:off x="1353000" y="549000"/>
            <a:ext cx="1440000" cy="1440000"/>
            <a:chOff x="1353000" y="549000"/>
            <a:chExt cx="1440000" cy="1440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0D41501-215F-1F15-13D4-6821B56471AF}"/>
                </a:ext>
              </a:extLst>
            </p:cNvPr>
            <p:cNvSpPr/>
            <p:nvPr/>
          </p:nvSpPr>
          <p:spPr>
            <a:xfrm>
              <a:off x="1353000" y="54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8D40E0F-20C4-B753-26BB-539FAFE40B40}"/>
                </a:ext>
              </a:extLst>
            </p:cNvPr>
            <p:cNvGrpSpPr/>
            <p:nvPr/>
          </p:nvGrpSpPr>
          <p:grpSpPr>
            <a:xfrm>
              <a:off x="1561439" y="748500"/>
              <a:ext cx="1023122" cy="1041000"/>
              <a:chOff x="658670" y="3080962"/>
              <a:chExt cx="1023122" cy="104100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1ED9E65-9113-345C-1054-922AD38DDBFD}"/>
                  </a:ext>
                </a:extLst>
              </p:cNvPr>
              <p:cNvSpPr/>
              <p:nvPr/>
            </p:nvSpPr>
            <p:spPr>
              <a:xfrm>
                <a:off x="738231" y="3833962"/>
                <a:ext cx="288000" cy="288000"/>
              </a:xfrm>
              <a:prstGeom prst="ellipse">
                <a:avLst/>
              </a:prstGeom>
              <a:solidFill>
                <a:schemeClr val="tx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C9F0BE1-F682-3334-00E2-A7E2BD8A631B}"/>
                  </a:ext>
                </a:extLst>
              </p:cNvPr>
              <p:cNvSpPr/>
              <p:nvPr/>
            </p:nvSpPr>
            <p:spPr>
              <a:xfrm>
                <a:off x="1314231" y="3833962"/>
                <a:ext cx="288000" cy="288000"/>
              </a:xfrm>
              <a:prstGeom prst="ellipse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154595E-AAA1-DFAC-1460-B2E32214B792}"/>
                  </a:ext>
                </a:extLst>
              </p:cNvPr>
              <p:cNvCxnSpPr>
                <a:cxnSpLocks/>
                <a:stCxn id="40" idx="6"/>
                <a:endCxn id="41" idx="2"/>
              </p:cNvCxnSpPr>
              <p:nvPr/>
            </p:nvCxnSpPr>
            <p:spPr>
              <a:xfrm>
                <a:off x="1026231" y="3977962"/>
                <a:ext cx="288000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4" name="Graphic 38" descr="Marker with solid fill">
                <a:extLst>
                  <a:ext uri="{FF2B5EF4-FFF2-40B4-BE49-F238E27FC236}">
                    <a16:creationId xmlns:a16="http://schemas.microsoft.com/office/drawing/2014/main" id="{80FEC26A-9B66-EB97-AF57-58A51C420D73}"/>
                  </a:ext>
                </a:extLst>
              </p:cNvPr>
              <p:cNvSpPr/>
              <p:nvPr/>
            </p:nvSpPr>
            <p:spPr>
              <a:xfrm>
                <a:off x="1242231" y="3080962"/>
                <a:ext cx="439561" cy="714000"/>
              </a:xfrm>
              <a:custGeom>
                <a:avLst/>
                <a:gdLst>
                  <a:gd name="connsiteX0" fmla="*/ 219781 w 439561"/>
                  <a:gd name="connsiteY0" fmla="*/ 315000 h 714000"/>
                  <a:gd name="connsiteX1" fmla="*/ 125281 w 439561"/>
                  <a:gd name="connsiteY1" fmla="*/ 220500 h 714000"/>
                  <a:gd name="connsiteX2" fmla="*/ 219781 w 439561"/>
                  <a:gd name="connsiteY2" fmla="*/ 126000 h 714000"/>
                  <a:gd name="connsiteX3" fmla="*/ 314281 w 439561"/>
                  <a:gd name="connsiteY3" fmla="*/ 220500 h 714000"/>
                  <a:gd name="connsiteX4" fmla="*/ 219781 w 439561"/>
                  <a:gd name="connsiteY4" fmla="*/ 315000 h 714000"/>
                  <a:gd name="connsiteX5" fmla="*/ 219781 w 439561"/>
                  <a:gd name="connsiteY5" fmla="*/ 0 h 714000"/>
                  <a:gd name="connsiteX6" fmla="*/ 38131 w 439561"/>
                  <a:gd name="connsiteY6" fmla="*/ 96600 h 714000"/>
                  <a:gd name="connsiteX7" fmla="*/ 15031 w 439561"/>
                  <a:gd name="connsiteY7" fmla="*/ 301350 h 714000"/>
                  <a:gd name="connsiteX8" fmla="*/ 114781 w 439561"/>
                  <a:gd name="connsiteY8" fmla="*/ 521850 h 714000"/>
                  <a:gd name="connsiteX9" fmla="*/ 200881 w 439561"/>
                  <a:gd name="connsiteY9" fmla="*/ 702450 h 714000"/>
                  <a:gd name="connsiteX10" fmla="*/ 219781 w 439561"/>
                  <a:gd name="connsiteY10" fmla="*/ 714000 h 714000"/>
                  <a:gd name="connsiteX11" fmla="*/ 238681 w 439561"/>
                  <a:gd name="connsiteY11" fmla="*/ 702450 h 714000"/>
                  <a:gd name="connsiteX12" fmla="*/ 324781 w 439561"/>
                  <a:gd name="connsiteY12" fmla="*/ 521850 h 714000"/>
                  <a:gd name="connsiteX13" fmla="*/ 424531 w 439561"/>
                  <a:gd name="connsiteY13" fmla="*/ 301350 h 714000"/>
                  <a:gd name="connsiteX14" fmla="*/ 401431 w 439561"/>
                  <a:gd name="connsiteY14" fmla="*/ 96600 h 714000"/>
                  <a:gd name="connsiteX15" fmla="*/ 219781 w 439561"/>
                  <a:gd name="connsiteY15" fmla="*/ 0 h 71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39561" h="714000">
                    <a:moveTo>
                      <a:pt x="219781" y="315000"/>
                    </a:moveTo>
                    <a:cubicBezTo>
                      <a:pt x="167281" y="315000"/>
                      <a:pt x="125281" y="273000"/>
                      <a:pt x="125281" y="220500"/>
                    </a:cubicBezTo>
                    <a:cubicBezTo>
                      <a:pt x="125281" y="168000"/>
                      <a:pt x="167281" y="126000"/>
                      <a:pt x="219781" y="126000"/>
                    </a:cubicBezTo>
                    <a:cubicBezTo>
                      <a:pt x="272281" y="126000"/>
                      <a:pt x="314281" y="168000"/>
                      <a:pt x="314281" y="220500"/>
                    </a:cubicBezTo>
                    <a:cubicBezTo>
                      <a:pt x="314281" y="273000"/>
                      <a:pt x="272281" y="315000"/>
                      <a:pt x="219781" y="315000"/>
                    </a:cubicBezTo>
                    <a:close/>
                    <a:moveTo>
                      <a:pt x="219781" y="0"/>
                    </a:moveTo>
                    <a:cubicBezTo>
                      <a:pt x="147331" y="0"/>
                      <a:pt x="79081" y="35700"/>
                      <a:pt x="38131" y="96600"/>
                    </a:cubicBezTo>
                    <a:cubicBezTo>
                      <a:pt x="-2819" y="156450"/>
                      <a:pt x="-11219" y="233100"/>
                      <a:pt x="15031" y="301350"/>
                    </a:cubicBezTo>
                    <a:lnTo>
                      <a:pt x="114781" y="521850"/>
                    </a:lnTo>
                    <a:lnTo>
                      <a:pt x="200881" y="702450"/>
                    </a:lnTo>
                    <a:cubicBezTo>
                      <a:pt x="204031" y="709800"/>
                      <a:pt x="211381" y="714000"/>
                      <a:pt x="219781" y="714000"/>
                    </a:cubicBezTo>
                    <a:cubicBezTo>
                      <a:pt x="228181" y="714000"/>
                      <a:pt x="235531" y="709800"/>
                      <a:pt x="238681" y="702450"/>
                    </a:cubicBezTo>
                    <a:lnTo>
                      <a:pt x="324781" y="521850"/>
                    </a:lnTo>
                    <a:lnTo>
                      <a:pt x="424531" y="301350"/>
                    </a:lnTo>
                    <a:cubicBezTo>
                      <a:pt x="450781" y="233100"/>
                      <a:pt x="442381" y="156450"/>
                      <a:pt x="401431" y="96600"/>
                    </a:cubicBezTo>
                    <a:cubicBezTo>
                      <a:pt x="360481" y="35700"/>
                      <a:pt x="292231" y="0"/>
                      <a:pt x="21978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104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45" name="Graphic 35" descr="Marker with solid fill">
                <a:extLst>
                  <a:ext uri="{FF2B5EF4-FFF2-40B4-BE49-F238E27FC236}">
                    <a16:creationId xmlns:a16="http://schemas.microsoft.com/office/drawing/2014/main" id="{AA8D4BAC-4F60-071C-EFAB-6C2AA687230A}"/>
                  </a:ext>
                </a:extLst>
              </p:cNvPr>
              <p:cNvSpPr/>
              <p:nvPr/>
            </p:nvSpPr>
            <p:spPr>
              <a:xfrm>
                <a:off x="658670" y="3080962"/>
                <a:ext cx="439561" cy="714000"/>
              </a:xfrm>
              <a:custGeom>
                <a:avLst/>
                <a:gdLst>
                  <a:gd name="connsiteX0" fmla="*/ 219781 w 439561"/>
                  <a:gd name="connsiteY0" fmla="*/ 315000 h 714000"/>
                  <a:gd name="connsiteX1" fmla="*/ 125281 w 439561"/>
                  <a:gd name="connsiteY1" fmla="*/ 220500 h 714000"/>
                  <a:gd name="connsiteX2" fmla="*/ 219781 w 439561"/>
                  <a:gd name="connsiteY2" fmla="*/ 126000 h 714000"/>
                  <a:gd name="connsiteX3" fmla="*/ 314281 w 439561"/>
                  <a:gd name="connsiteY3" fmla="*/ 220500 h 714000"/>
                  <a:gd name="connsiteX4" fmla="*/ 219781 w 439561"/>
                  <a:gd name="connsiteY4" fmla="*/ 315000 h 714000"/>
                  <a:gd name="connsiteX5" fmla="*/ 219781 w 439561"/>
                  <a:gd name="connsiteY5" fmla="*/ 0 h 714000"/>
                  <a:gd name="connsiteX6" fmla="*/ 38131 w 439561"/>
                  <a:gd name="connsiteY6" fmla="*/ 96600 h 714000"/>
                  <a:gd name="connsiteX7" fmla="*/ 15031 w 439561"/>
                  <a:gd name="connsiteY7" fmla="*/ 301350 h 714000"/>
                  <a:gd name="connsiteX8" fmla="*/ 114781 w 439561"/>
                  <a:gd name="connsiteY8" fmla="*/ 521850 h 714000"/>
                  <a:gd name="connsiteX9" fmla="*/ 200881 w 439561"/>
                  <a:gd name="connsiteY9" fmla="*/ 702450 h 714000"/>
                  <a:gd name="connsiteX10" fmla="*/ 219781 w 439561"/>
                  <a:gd name="connsiteY10" fmla="*/ 714000 h 714000"/>
                  <a:gd name="connsiteX11" fmla="*/ 238681 w 439561"/>
                  <a:gd name="connsiteY11" fmla="*/ 702450 h 714000"/>
                  <a:gd name="connsiteX12" fmla="*/ 324781 w 439561"/>
                  <a:gd name="connsiteY12" fmla="*/ 521850 h 714000"/>
                  <a:gd name="connsiteX13" fmla="*/ 424531 w 439561"/>
                  <a:gd name="connsiteY13" fmla="*/ 301350 h 714000"/>
                  <a:gd name="connsiteX14" fmla="*/ 401431 w 439561"/>
                  <a:gd name="connsiteY14" fmla="*/ 96600 h 714000"/>
                  <a:gd name="connsiteX15" fmla="*/ 219781 w 439561"/>
                  <a:gd name="connsiteY15" fmla="*/ 0 h 71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39561" h="714000">
                    <a:moveTo>
                      <a:pt x="219781" y="315000"/>
                    </a:moveTo>
                    <a:cubicBezTo>
                      <a:pt x="167281" y="315000"/>
                      <a:pt x="125281" y="273000"/>
                      <a:pt x="125281" y="220500"/>
                    </a:cubicBezTo>
                    <a:cubicBezTo>
                      <a:pt x="125281" y="168000"/>
                      <a:pt x="167281" y="126000"/>
                      <a:pt x="219781" y="126000"/>
                    </a:cubicBezTo>
                    <a:cubicBezTo>
                      <a:pt x="272281" y="126000"/>
                      <a:pt x="314281" y="168000"/>
                      <a:pt x="314281" y="220500"/>
                    </a:cubicBezTo>
                    <a:cubicBezTo>
                      <a:pt x="314281" y="273000"/>
                      <a:pt x="272281" y="315000"/>
                      <a:pt x="219781" y="315000"/>
                    </a:cubicBezTo>
                    <a:close/>
                    <a:moveTo>
                      <a:pt x="219781" y="0"/>
                    </a:moveTo>
                    <a:cubicBezTo>
                      <a:pt x="147331" y="0"/>
                      <a:pt x="79081" y="35700"/>
                      <a:pt x="38131" y="96600"/>
                    </a:cubicBezTo>
                    <a:cubicBezTo>
                      <a:pt x="-2819" y="156450"/>
                      <a:pt x="-11219" y="233100"/>
                      <a:pt x="15031" y="301350"/>
                    </a:cubicBezTo>
                    <a:lnTo>
                      <a:pt x="114781" y="521850"/>
                    </a:lnTo>
                    <a:lnTo>
                      <a:pt x="200881" y="702450"/>
                    </a:lnTo>
                    <a:cubicBezTo>
                      <a:pt x="204031" y="709800"/>
                      <a:pt x="211381" y="714000"/>
                      <a:pt x="219781" y="714000"/>
                    </a:cubicBezTo>
                    <a:cubicBezTo>
                      <a:pt x="228181" y="714000"/>
                      <a:pt x="235531" y="709800"/>
                      <a:pt x="238681" y="702450"/>
                    </a:cubicBezTo>
                    <a:lnTo>
                      <a:pt x="324781" y="521850"/>
                    </a:lnTo>
                    <a:lnTo>
                      <a:pt x="424531" y="301350"/>
                    </a:lnTo>
                    <a:cubicBezTo>
                      <a:pt x="450781" y="233100"/>
                      <a:pt x="442381" y="156450"/>
                      <a:pt x="401431" y="96600"/>
                    </a:cubicBezTo>
                    <a:cubicBezTo>
                      <a:pt x="360481" y="35700"/>
                      <a:pt x="292231" y="0"/>
                      <a:pt x="21978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104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9211EF7-A234-4A13-F3AF-45E77A0FB7A8}"/>
              </a:ext>
            </a:extLst>
          </p:cNvPr>
          <p:cNvGrpSpPr/>
          <p:nvPr/>
        </p:nvGrpSpPr>
        <p:grpSpPr>
          <a:xfrm>
            <a:off x="5673000" y="549000"/>
            <a:ext cx="1440000" cy="1440000"/>
            <a:chOff x="5673000" y="549000"/>
            <a:chExt cx="1440000" cy="14400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3D42F40-3D4B-6395-D949-05FC40AF6F61}"/>
                </a:ext>
              </a:extLst>
            </p:cNvPr>
            <p:cNvGrpSpPr/>
            <p:nvPr/>
          </p:nvGrpSpPr>
          <p:grpSpPr>
            <a:xfrm>
              <a:off x="5817000" y="693000"/>
              <a:ext cx="1152000" cy="1152000"/>
              <a:chOff x="2034231" y="2933962"/>
              <a:chExt cx="1152000" cy="1152000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863EF71-EA53-EA23-402B-2FF4294DFC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34231" y="3509962"/>
                <a:ext cx="1152000" cy="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headEnd type="triangle" w="med" len="me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D9523CD1-883C-9BFD-54D5-B0D4B782D9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0231" y="2933962"/>
                <a:ext cx="0" cy="1152000"/>
              </a:xfrm>
              <a:prstGeom prst="straightConnector1">
                <a:avLst/>
              </a:prstGeom>
              <a:ln w="101600">
                <a:solidFill>
                  <a:schemeClr val="tx1"/>
                </a:solidFill>
                <a:headEnd type="triangle" w="med" len="me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3289185-1688-8417-83C9-457C69B4BA96}"/>
                </a:ext>
              </a:extLst>
            </p:cNvPr>
            <p:cNvSpPr/>
            <p:nvPr/>
          </p:nvSpPr>
          <p:spPr>
            <a:xfrm>
              <a:off x="5673000" y="54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E7FD24D-510D-E113-C6CD-1B2F0078971B}"/>
              </a:ext>
            </a:extLst>
          </p:cNvPr>
          <p:cNvGrpSpPr/>
          <p:nvPr/>
        </p:nvGrpSpPr>
        <p:grpSpPr>
          <a:xfrm>
            <a:off x="4233000" y="1989000"/>
            <a:ext cx="1440000" cy="1440000"/>
            <a:chOff x="1353000" y="1989000"/>
            <a:chExt cx="1440000" cy="144000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0924992-C33A-42AB-EEF8-EB78B32FF3CB}"/>
                </a:ext>
              </a:extLst>
            </p:cNvPr>
            <p:cNvSpPr/>
            <p:nvPr/>
          </p:nvSpPr>
          <p:spPr>
            <a:xfrm>
              <a:off x="135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SUBURB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0A93359-C7A4-E2A7-27CE-ADCB9DCA0BB8}"/>
                </a:ext>
              </a:extLst>
            </p:cNvPr>
            <p:cNvGrpSpPr/>
            <p:nvPr/>
          </p:nvGrpSpPr>
          <p:grpSpPr>
            <a:xfrm>
              <a:off x="1713000" y="2133000"/>
              <a:ext cx="720000" cy="862481"/>
              <a:chOff x="3221625" y="2548684"/>
              <a:chExt cx="495300" cy="590547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55672E5-987A-A005-C92F-71011C001AE8}"/>
                  </a:ext>
                </a:extLst>
              </p:cNvPr>
              <p:cNvSpPr/>
              <p:nvPr/>
            </p:nvSpPr>
            <p:spPr>
              <a:xfrm>
                <a:off x="3221625" y="2796330"/>
                <a:ext cx="228600" cy="342900"/>
              </a:xfrm>
              <a:custGeom>
                <a:avLst/>
                <a:gdLst>
                  <a:gd name="connsiteX0" fmla="*/ 57150 w 228600"/>
                  <a:gd name="connsiteY0" fmla="*/ 209550 h 342900"/>
                  <a:gd name="connsiteX1" fmla="*/ 95250 w 228600"/>
                  <a:gd name="connsiteY1" fmla="*/ 209550 h 342900"/>
                  <a:gd name="connsiteX2" fmla="*/ 95250 w 228600"/>
                  <a:gd name="connsiteY2" fmla="*/ 247650 h 342900"/>
                  <a:gd name="connsiteX3" fmla="*/ 57150 w 228600"/>
                  <a:gd name="connsiteY3" fmla="*/ 247650 h 342900"/>
                  <a:gd name="connsiteX4" fmla="*/ 57150 w 228600"/>
                  <a:gd name="connsiteY4" fmla="*/ 209550 h 342900"/>
                  <a:gd name="connsiteX5" fmla="*/ 57150 w 228600"/>
                  <a:gd name="connsiteY5" fmla="*/ 133350 h 342900"/>
                  <a:gd name="connsiteX6" fmla="*/ 95250 w 228600"/>
                  <a:gd name="connsiteY6" fmla="*/ 133350 h 342900"/>
                  <a:gd name="connsiteX7" fmla="*/ 95250 w 228600"/>
                  <a:gd name="connsiteY7" fmla="*/ 171450 h 342900"/>
                  <a:gd name="connsiteX8" fmla="*/ 57150 w 228600"/>
                  <a:gd name="connsiteY8" fmla="*/ 171450 h 342900"/>
                  <a:gd name="connsiteX9" fmla="*/ 57150 w 228600"/>
                  <a:gd name="connsiteY9" fmla="*/ 133350 h 342900"/>
                  <a:gd name="connsiteX10" fmla="*/ 57150 w 228600"/>
                  <a:gd name="connsiteY10" fmla="*/ 57150 h 342900"/>
                  <a:gd name="connsiteX11" fmla="*/ 95250 w 228600"/>
                  <a:gd name="connsiteY11" fmla="*/ 57150 h 342900"/>
                  <a:gd name="connsiteX12" fmla="*/ 95250 w 228600"/>
                  <a:gd name="connsiteY12" fmla="*/ 95250 h 342900"/>
                  <a:gd name="connsiteX13" fmla="*/ 57150 w 228600"/>
                  <a:gd name="connsiteY13" fmla="*/ 95250 h 342900"/>
                  <a:gd name="connsiteX14" fmla="*/ 57150 w 228600"/>
                  <a:gd name="connsiteY14" fmla="*/ 57150 h 342900"/>
                  <a:gd name="connsiteX15" fmla="*/ 133350 w 228600"/>
                  <a:gd name="connsiteY15" fmla="*/ 209550 h 342900"/>
                  <a:gd name="connsiteX16" fmla="*/ 171450 w 228600"/>
                  <a:gd name="connsiteY16" fmla="*/ 209550 h 342900"/>
                  <a:gd name="connsiteX17" fmla="*/ 171450 w 228600"/>
                  <a:gd name="connsiteY17" fmla="*/ 247650 h 342900"/>
                  <a:gd name="connsiteX18" fmla="*/ 133350 w 228600"/>
                  <a:gd name="connsiteY18" fmla="*/ 247650 h 342900"/>
                  <a:gd name="connsiteX19" fmla="*/ 133350 w 228600"/>
                  <a:gd name="connsiteY19" fmla="*/ 209550 h 342900"/>
                  <a:gd name="connsiteX20" fmla="*/ 133350 w 228600"/>
                  <a:gd name="connsiteY20" fmla="*/ 133350 h 342900"/>
                  <a:gd name="connsiteX21" fmla="*/ 171450 w 228600"/>
                  <a:gd name="connsiteY21" fmla="*/ 133350 h 342900"/>
                  <a:gd name="connsiteX22" fmla="*/ 171450 w 228600"/>
                  <a:gd name="connsiteY22" fmla="*/ 171450 h 342900"/>
                  <a:gd name="connsiteX23" fmla="*/ 133350 w 228600"/>
                  <a:gd name="connsiteY23" fmla="*/ 171450 h 342900"/>
                  <a:gd name="connsiteX24" fmla="*/ 133350 w 228600"/>
                  <a:gd name="connsiteY24" fmla="*/ 133350 h 342900"/>
                  <a:gd name="connsiteX25" fmla="*/ 133350 w 228600"/>
                  <a:gd name="connsiteY25" fmla="*/ 57150 h 342900"/>
                  <a:gd name="connsiteX26" fmla="*/ 171450 w 228600"/>
                  <a:gd name="connsiteY26" fmla="*/ 57150 h 342900"/>
                  <a:gd name="connsiteX27" fmla="*/ 171450 w 228600"/>
                  <a:gd name="connsiteY27" fmla="*/ 95250 h 342900"/>
                  <a:gd name="connsiteX28" fmla="*/ 133350 w 228600"/>
                  <a:gd name="connsiteY28" fmla="*/ 95250 h 342900"/>
                  <a:gd name="connsiteX29" fmla="*/ 133350 w 228600"/>
                  <a:gd name="connsiteY29" fmla="*/ 57150 h 342900"/>
                  <a:gd name="connsiteX30" fmla="*/ 0 w 228600"/>
                  <a:gd name="connsiteY30" fmla="*/ 342900 h 342900"/>
                  <a:gd name="connsiteX31" fmla="*/ 95250 w 228600"/>
                  <a:gd name="connsiteY31" fmla="*/ 342900 h 342900"/>
                  <a:gd name="connsiteX32" fmla="*/ 95250 w 228600"/>
                  <a:gd name="connsiteY32" fmla="*/ 285750 h 342900"/>
                  <a:gd name="connsiteX33" fmla="*/ 133350 w 228600"/>
                  <a:gd name="connsiteY33" fmla="*/ 285750 h 342900"/>
                  <a:gd name="connsiteX34" fmla="*/ 133350 w 228600"/>
                  <a:gd name="connsiteY34" fmla="*/ 342900 h 342900"/>
                  <a:gd name="connsiteX35" fmla="*/ 228600 w 228600"/>
                  <a:gd name="connsiteY35" fmla="*/ 342900 h 342900"/>
                  <a:gd name="connsiteX36" fmla="*/ 228600 w 228600"/>
                  <a:gd name="connsiteY36" fmla="*/ 0 h 342900"/>
                  <a:gd name="connsiteX37" fmla="*/ 0 w 228600"/>
                  <a:gd name="connsiteY37" fmla="*/ 0 h 342900"/>
                  <a:gd name="connsiteX38" fmla="*/ 0 w 228600"/>
                  <a:gd name="connsiteY38" fmla="*/ 34290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28600" h="342900">
                    <a:moveTo>
                      <a:pt x="57150" y="209550"/>
                    </a:moveTo>
                    <a:lnTo>
                      <a:pt x="95250" y="209550"/>
                    </a:lnTo>
                    <a:lnTo>
                      <a:pt x="95250" y="247650"/>
                    </a:lnTo>
                    <a:lnTo>
                      <a:pt x="57150" y="247650"/>
                    </a:lnTo>
                    <a:lnTo>
                      <a:pt x="57150" y="209550"/>
                    </a:lnTo>
                    <a:close/>
                    <a:moveTo>
                      <a:pt x="57150" y="133350"/>
                    </a:moveTo>
                    <a:lnTo>
                      <a:pt x="95250" y="133350"/>
                    </a:lnTo>
                    <a:lnTo>
                      <a:pt x="95250" y="171450"/>
                    </a:lnTo>
                    <a:lnTo>
                      <a:pt x="57150" y="171450"/>
                    </a:lnTo>
                    <a:lnTo>
                      <a:pt x="57150" y="133350"/>
                    </a:lnTo>
                    <a:close/>
                    <a:moveTo>
                      <a:pt x="57150" y="57150"/>
                    </a:moveTo>
                    <a:lnTo>
                      <a:pt x="95250" y="57150"/>
                    </a:lnTo>
                    <a:lnTo>
                      <a:pt x="95250" y="95250"/>
                    </a:lnTo>
                    <a:lnTo>
                      <a:pt x="57150" y="95250"/>
                    </a:lnTo>
                    <a:lnTo>
                      <a:pt x="57150" y="57150"/>
                    </a:lnTo>
                    <a:close/>
                    <a:moveTo>
                      <a:pt x="133350" y="209550"/>
                    </a:moveTo>
                    <a:lnTo>
                      <a:pt x="171450" y="209550"/>
                    </a:lnTo>
                    <a:lnTo>
                      <a:pt x="171450" y="247650"/>
                    </a:lnTo>
                    <a:lnTo>
                      <a:pt x="133350" y="247650"/>
                    </a:lnTo>
                    <a:lnTo>
                      <a:pt x="133350" y="209550"/>
                    </a:lnTo>
                    <a:close/>
                    <a:moveTo>
                      <a:pt x="133350" y="133350"/>
                    </a:moveTo>
                    <a:lnTo>
                      <a:pt x="171450" y="133350"/>
                    </a:lnTo>
                    <a:lnTo>
                      <a:pt x="171450" y="171450"/>
                    </a:lnTo>
                    <a:lnTo>
                      <a:pt x="133350" y="171450"/>
                    </a:lnTo>
                    <a:lnTo>
                      <a:pt x="133350" y="133350"/>
                    </a:lnTo>
                    <a:close/>
                    <a:moveTo>
                      <a:pt x="133350" y="57150"/>
                    </a:moveTo>
                    <a:lnTo>
                      <a:pt x="171450" y="57150"/>
                    </a:lnTo>
                    <a:lnTo>
                      <a:pt x="171450" y="95250"/>
                    </a:lnTo>
                    <a:lnTo>
                      <a:pt x="133350" y="95250"/>
                    </a:lnTo>
                    <a:lnTo>
                      <a:pt x="133350" y="57150"/>
                    </a:lnTo>
                    <a:close/>
                    <a:moveTo>
                      <a:pt x="0" y="342900"/>
                    </a:moveTo>
                    <a:lnTo>
                      <a:pt x="95250" y="342900"/>
                    </a:lnTo>
                    <a:lnTo>
                      <a:pt x="95250" y="285750"/>
                    </a:lnTo>
                    <a:lnTo>
                      <a:pt x="133350" y="285750"/>
                    </a:lnTo>
                    <a:lnTo>
                      <a:pt x="133350" y="342900"/>
                    </a:lnTo>
                    <a:lnTo>
                      <a:pt x="228600" y="3429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3429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86B951E-A1FF-203F-3432-2B3348949AA1}"/>
                  </a:ext>
                </a:extLst>
              </p:cNvPr>
              <p:cNvSpPr/>
              <p:nvPr/>
            </p:nvSpPr>
            <p:spPr>
              <a:xfrm>
                <a:off x="3488325" y="2872531"/>
                <a:ext cx="228600" cy="266700"/>
              </a:xfrm>
              <a:custGeom>
                <a:avLst/>
                <a:gdLst>
                  <a:gd name="connsiteX0" fmla="*/ 57150 w 228600"/>
                  <a:gd name="connsiteY0" fmla="*/ 133350 h 266700"/>
                  <a:gd name="connsiteX1" fmla="*/ 95250 w 228600"/>
                  <a:gd name="connsiteY1" fmla="*/ 133350 h 266700"/>
                  <a:gd name="connsiteX2" fmla="*/ 95250 w 228600"/>
                  <a:gd name="connsiteY2" fmla="*/ 171450 h 266700"/>
                  <a:gd name="connsiteX3" fmla="*/ 57150 w 228600"/>
                  <a:gd name="connsiteY3" fmla="*/ 171450 h 266700"/>
                  <a:gd name="connsiteX4" fmla="*/ 57150 w 228600"/>
                  <a:gd name="connsiteY4" fmla="*/ 133350 h 266700"/>
                  <a:gd name="connsiteX5" fmla="*/ 57150 w 228600"/>
                  <a:gd name="connsiteY5" fmla="*/ 57150 h 266700"/>
                  <a:gd name="connsiteX6" fmla="*/ 95250 w 228600"/>
                  <a:gd name="connsiteY6" fmla="*/ 57150 h 266700"/>
                  <a:gd name="connsiteX7" fmla="*/ 95250 w 228600"/>
                  <a:gd name="connsiteY7" fmla="*/ 95250 h 266700"/>
                  <a:gd name="connsiteX8" fmla="*/ 57150 w 228600"/>
                  <a:gd name="connsiteY8" fmla="*/ 95250 h 266700"/>
                  <a:gd name="connsiteX9" fmla="*/ 57150 w 228600"/>
                  <a:gd name="connsiteY9" fmla="*/ 57150 h 266700"/>
                  <a:gd name="connsiteX10" fmla="*/ 133350 w 228600"/>
                  <a:gd name="connsiteY10" fmla="*/ 133350 h 266700"/>
                  <a:gd name="connsiteX11" fmla="*/ 171450 w 228600"/>
                  <a:gd name="connsiteY11" fmla="*/ 133350 h 266700"/>
                  <a:gd name="connsiteX12" fmla="*/ 171450 w 228600"/>
                  <a:gd name="connsiteY12" fmla="*/ 171450 h 266700"/>
                  <a:gd name="connsiteX13" fmla="*/ 133350 w 228600"/>
                  <a:gd name="connsiteY13" fmla="*/ 171450 h 266700"/>
                  <a:gd name="connsiteX14" fmla="*/ 133350 w 228600"/>
                  <a:gd name="connsiteY14" fmla="*/ 133350 h 266700"/>
                  <a:gd name="connsiteX15" fmla="*/ 133350 w 228600"/>
                  <a:gd name="connsiteY15" fmla="*/ 57150 h 266700"/>
                  <a:gd name="connsiteX16" fmla="*/ 171450 w 228600"/>
                  <a:gd name="connsiteY16" fmla="*/ 57150 h 266700"/>
                  <a:gd name="connsiteX17" fmla="*/ 171450 w 228600"/>
                  <a:gd name="connsiteY17" fmla="*/ 95250 h 266700"/>
                  <a:gd name="connsiteX18" fmla="*/ 133350 w 228600"/>
                  <a:gd name="connsiteY18" fmla="*/ 95250 h 266700"/>
                  <a:gd name="connsiteX19" fmla="*/ 133350 w 228600"/>
                  <a:gd name="connsiteY19" fmla="*/ 57150 h 266700"/>
                  <a:gd name="connsiteX20" fmla="*/ 0 w 228600"/>
                  <a:gd name="connsiteY20" fmla="*/ 266700 h 266700"/>
                  <a:gd name="connsiteX21" fmla="*/ 95250 w 228600"/>
                  <a:gd name="connsiteY21" fmla="*/ 266700 h 266700"/>
                  <a:gd name="connsiteX22" fmla="*/ 95250 w 228600"/>
                  <a:gd name="connsiteY22" fmla="*/ 209550 h 266700"/>
                  <a:gd name="connsiteX23" fmla="*/ 133350 w 228600"/>
                  <a:gd name="connsiteY23" fmla="*/ 209550 h 266700"/>
                  <a:gd name="connsiteX24" fmla="*/ 133350 w 228600"/>
                  <a:gd name="connsiteY24" fmla="*/ 266700 h 266700"/>
                  <a:gd name="connsiteX25" fmla="*/ 228600 w 228600"/>
                  <a:gd name="connsiteY25" fmla="*/ 266700 h 266700"/>
                  <a:gd name="connsiteX26" fmla="*/ 228600 w 228600"/>
                  <a:gd name="connsiteY26" fmla="*/ 0 h 266700"/>
                  <a:gd name="connsiteX27" fmla="*/ 0 w 228600"/>
                  <a:gd name="connsiteY27" fmla="*/ 0 h 266700"/>
                  <a:gd name="connsiteX28" fmla="*/ 0 w 228600"/>
                  <a:gd name="connsiteY28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28600" h="266700">
                    <a:moveTo>
                      <a:pt x="57150" y="133350"/>
                    </a:moveTo>
                    <a:lnTo>
                      <a:pt x="95250" y="133350"/>
                    </a:lnTo>
                    <a:lnTo>
                      <a:pt x="95250" y="171450"/>
                    </a:lnTo>
                    <a:lnTo>
                      <a:pt x="57150" y="171450"/>
                    </a:lnTo>
                    <a:lnTo>
                      <a:pt x="57150" y="133350"/>
                    </a:lnTo>
                    <a:close/>
                    <a:moveTo>
                      <a:pt x="57150" y="57150"/>
                    </a:moveTo>
                    <a:lnTo>
                      <a:pt x="95250" y="57150"/>
                    </a:lnTo>
                    <a:lnTo>
                      <a:pt x="95250" y="95250"/>
                    </a:lnTo>
                    <a:lnTo>
                      <a:pt x="57150" y="95250"/>
                    </a:lnTo>
                    <a:lnTo>
                      <a:pt x="57150" y="57150"/>
                    </a:lnTo>
                    <a:close/>
                    <a:moveTo>
                      <a:pt x="133350" y="133350"/>
                    </a:moveTo>
                    <a:lnTo>
                      <a:pt x="171450" y="133350"/>
                    </a:lnTo>
                    <a:lnTo>
                      <a:pt x="171450" y="171450"/>
                    </a:lnTo>
                    <a:lnTo>
                      <a:pt x="133350" y="171450"/>
                    </a:lnTo>
                    <a:lnTo>
                      <a:pt x="133350" y="133350"/>
                    </a:lnTo>
                    <a:close/>
                    <a:moveTo>
                      <a:pt x="133350" y="57150"/>
                    </a:moveTo>
                    <a:lnTo>
                      <a:pt x="171450" y="57150"/>
                    </a:lnTo>
                    <a:lnTo>
                      <a:pt x="171450" y="95250"/>
                    </a:lnTo>
                    <a:lnTo>
                      <a:pt x="133350" y="95250"/>
                    </a:lnTo>
                    <a:lnTo>
                      <a:pt x="133350" y="57150"/>
                    </a:lnTo>
                    <a:close/>
                    <a:moveTo>
                      <a:pt x="0" y="266700"/>
                    </a:moveTo>
                    <a:lnTo>
                      <a:pt x="95250" y="266700"/>
                    </a:lnTo>
                    <a:lnTo>
                      <a:pt x="95250" y="209550"/>
                    </a:lnTo>
                    <a:lnTo>
                      <a:pt x="133350" y="209550"/>
                    </a:lnTo>
                    <a:lnTo>
                      <a:pt x="13335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24608135-AB1F-9488-B6EF-F7C84C2B17EE}"/>
                  </a:ext>
                </a:extLst>
              </p:cNvPr>
              <p:cNvSpPr/>
              <p:nvPr/>
            </p:nvSpPr>
            <p:spPr>
              <a:xfrm>
                <a:off x="3354975" y="2548684"/>
                <a:ext cx="228600" cy="285750"/>
              </a:xfrm>
              <a:custGeom>
                <a:avLst/>
                <a:gdLst>
                  <a:gd name="connsiteX0" fmla="*/ 133350 w 228600"/>
                  <a:gd name="connsiteY0" fmla="*/ 133350 h 285750"/>
                  <a:gd name="connsiteX1" fmla="*/ 171450 w 228600"/>
                  <a:gd name="connsiteY1" fmla="*/ 133350 h 285750"/>
                  <a:gd name="connsiteX2" fmla="*/ 171450 w 228600"/>
                  <a:gd name="connsiteY2" fmla="*/ 171450 h 285750"/>
                  <a:gd name="connsiteX3" fmla="*/ 133350 w 228600"/>
                  <a:gd name="connsiteY3" fmla="*/ 171450 h 285750"/>
                  <a:gd name="connsiteX4" fmla="*/ 133350 w 228600"/>
                  <a:gd name="connsiteY4" fmla="*/ 133350 h 285750"/>
                  <a:gd name="connsiteX5" fmla="*/ 133350 w 228600"/>
                  <a:gd name="connsiteY5" fmla="*/ 57150 h 285750"/>
                  <a:gd name="connsiteX6" fmla="*/ 171450 w 228600"/>
                  <a:gd name="connsiteY6" fmla="*/ 57150 h 285750"/>
                  <a:gd name="connsiteX7" fmla="*/ 171450 w 228600"/>
                  <a:gd name="connsiteY7" fmla="*/ 95250 h 285750"/>
                  <a:gd name="connsiteX8" fmla="*/ 133350 w 228600"/>
                  <a:gd name="connsiteY8" fmla="*/ 95250 h 285750"/>
                  <a:gd name="connsiteX9" fmla="*/ 133350 w 228600"/>
                  <a:gd name="connsiteY9" fmla="*/ 57150 h 285750"/>
                  <a:gd name="connsiteX10" fmla="*/ 95250 w 228600"/>
                  <a:gd name="connsiteY10" fmla="*/ 95250 h 285750"/>
                  <a:gd name="connsiteX11" fmla="*/ 57150 w 228600"/>
                  <a:gd name="connsiteY11" fmla="*/ 95250 h 285750"/>
                  <a:gd name="connsiteX12" fmla="*/ 57150 w 228600"/>
                  <a:gd name="connsiteY12" fmla="*/ 57150 h 285750"/>
                  <a:gd name="connsiteX13" fmla="*/ 95250 w 228600"/>
                  <a:gd name="connsiteY13" fmla="*/ 57150 h 285750"/>
                  <a:gd name="connsiteX14" fmla="*/ 95250 w 228600"/>
                  <a:gd name="connsiteY14" fmla="*/ 95250 h 285750"/>
                  <a:gd name="connsiteX15" fmla="*/ 95250 w 228600"/>
                  <a:gd name="connsiteY15" fmla="*/ 171450 h 285750"/>
                  <a:gd name="connsiteX16" fmla="*/ 57150 w 228600"/>
                  <a:gd name="connsiteY16" fmla="*/ 171450 h 285750"/>
                  <a:gd name="connsiteX17" fmla="*/ 57150 w 228600"/>
                  <a:gd name="connsiteY17" fmla="*/ 133350 h 285750"/>
                  <a:gd name="connsiteX18" fmla="*/ 95250 w 228600"/>
                  <a:gd name="connsiteY18" fmla="*/ 133350 h 285750"/>
                  <a:gd name="connsiteX19" fmla="*/ 95250 w 228600"/>
                  <a:gd name="connsiteY19" fmla="*/ 171450 h 285750"/>
                  <a:gd name="connsiteX20" fmla="*/ 133350 w 228600"/>
                  <a:gd name="connsiteY20" fmla="*/ 285750 h 285750"/>
                  <a:gd name="connsiteX21" fmla="*/ 228600 w 228600"/>
                  <a:gd name="connsiteY21" fmla="*/ 285750 h 285750"/>
                  <a:gd name="connsiteX22" fmla="*/ 228600 w 228600"/>
                  <a:gd name="connsiteY22" fmla="*/ 0 h 285750"/>
                  <a:gd name="connsiteX23" fmla="*/ 0 w 228600"/>
                  <a:gd name="connsiteY23" fmla="*/ 0 h 285750"/>
                  <a:gd name="connsiteX24" fmla="*/ 0 w 228600"/>
                  <a:gd name="connsiteY24" fmla="*/ 209550 h 285750"/>
                  <a:gd name="connsiteX25" fmla="*/ 133350 w 228600"/>
                  <a:gd name="connsiteY25" fmla="*/ 209550 h 285750"/>
                  <a:gd name="connsiteX26" fmla="*/ 133350 w 228600"/>
                  <a:gd name="connsiteY26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28600" h="285750">
                    <a:moveTo>
                      <a:pt x="133350" y="133350"/>
                    </a:moveTo>
                    <a:lnTo>
                      <a:pt x="171450" y="133350"/>
                    </a:lnTo>
                    <a:lnTo>
                      <a:pt x="171450" y="171450"/>
                    </a:lnTo>
                    <a:lnTo>
                      <a:pt x="133350" y="171450"/>
                    </a:lnTo>
                    <a:lnTo>
                      <a:pt x="133350" y="133350"/>
                    </a:lnTo>
                    <a:close/>
                    <a:moveTo>
                      <a:pt x="133350" y="57150"/>
                    </a:moveTo>
                    <a:lnTo>
                      <a:pt x="171450" y="57150"/>
                    </a:lnTo>
                    <a:lnTo>
                      <a:pt x="171450" y="95250"/>
                    </a:lnTo>
                    <a:lnTo>
                      <a:pt x="133350" y="95250"/>
                    </a:lnTo>
                    <a:lnTo>
                      <a:pt x="133350" y="57150"/>
                    </a:lnTo>
                    <a:close/>
                    <a:moveTo>
                      <a:pt x="95250" y="95250"/>
                    </a:moveTo>
                    <a:lnTo>
                      <a:pt x="57150" y="95250"/>
                    </a:lnTo>
                    <a:lnTo>
                      <a:pt x="57150" y="57150"/>
                    </a:lnTo>
                    <a:lnTo>
                      <a:pt x="95250" y="57150"/>
                    </a:lnTo>
                    <a:lnTo>
                      <a:pt x="95250" y="95250"/>
                    </a:lnTo>
                    <a:close/>
                    <a:moveTo>
                      <a:pt x="95250" y="171450"/>
                    </a:moveTo>
                    <a:lnTo>
                      <a:pt x="57150" y="171450"/>
                    </a:lnTo>
                    <a:lnTo>
                      <a:pt x="57150" y="133350"/>
                    </a:lnTo>
                    <a:lnTo>
                      <a:pt x="95250" y="133350"/>
                    </a:lnTo>
                    <a:lnTo>
                      <a:pt x="95250" y="171450"/>
                    </a:lnTo>
                    <a:close/>
                    <a:moveTo>
                      <a:pt x="133350" y="285750"/>
                    </a:moveTo>
                    <a:lnTo>
                      <a:pt x="228600" y="28575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09550"/>
                    </a:lnTo>
                    <a:lnTo>
                      <a:pt x="133350" y="209550"/>
                    </a:lnTo>
                    <a:lnTo>
                      <a:pt x="133350" y="2857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63869C8A-7FC9-EE31-3DA7-7C25114B5D17}"/>
              </a:ext>
            </a:extLst>
          </p:cNvPr>
          <p:cNvGrpSpPr/>
          <p:nvPr/>
        </p:nvGrpSpPr>
        <p:grpSpPr>
          <a:xfrm>
            <a:off x="-87000" y="4869000"/>
            <a:ext cx="1440000" cy="1440000"/>
            <a:chOff x="5673000" y="4869000"/>
            <a:chExt cx="1440000" cy="1440000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78E8FE5-72AD-01A1-7456-19D6C092E4A4}"/>
                </a:ext>
              </a:extLst>
            </p:cNvPr>
            <p:cNvSpPr/>
            <p:nvPr/>
          </p:nvSpPr>
          <p:spPr>
            <a:xfrm>
              <a:off x="5673000" y="486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MUSEUM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151" name="Graphic 150" descr="Bank with solid fill">
              <a:extLst>
                <a:ext uri="{FF2B5EF4-FFF2-40B4-BE49-F238E27FC236}">
                  <a16:creationId xmlns:a16="http://schemas.microsoft.com/office/drawing/2014/main" id="{6900D297-2618-9AC9-83D4-B2E88619E2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61000" y="5013000"/>
              <a:ext cx="864000" cy="864000"/>
            </a:xfrm>
            <a:prstGeom prst="rect">
              <a:avLst/>
            </a:prstGeom>
          </p:spPr>
        </p:pic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ECDCC30-32FE-A234-84AA-4874BD3A9D50}"/>
              </a:ext>
            </a:extLst>
          </p:cNvPr>
          <p:cNvGrpSpPr/>
          <p:nvPr/>
        </p:nvGrpSpPr>
        <p:grpSpPr>
          <a:xfrm>
            <a:off x="1353000" y="1989000"/>
            <a:ext cx="1440000" cy="1440000"/>
            <a:chOff x="2793000" y="3429000"/>
            <a:chExt cx="1440000" cy="1440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87AB433-9609-ED27-47C8-FD5653AB117E}"/>
                </a:ext>
              </a:extLst>
            </p:cNvPr>
            <p:cNvSpPr/>
            <p:nvPr/>
          </p:nvSpPr>
          <p:spPr>
            <a:xfrm>
              <a:off x="279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TRANSIT LINE</a:t>
              </a:r>
            </a:p>
          </p:txBody>
        </p:sp>
        <p:sp>
          <p:nvSpPr>
            <p:cNvPr id="141" name="Graphic 10" descr="Streetcar with solid fill">
              <a:extLst>
                <a:ext uri="{FF2B5EF4-FFF2-40B4-BE49-F238E27FC236}">
                  <a16:creationId xmlns:a16="http://schemas.microsoft.com/office/drawing/2014/main" id="{B3B0FD8F-1BAD-E4B1-0930-31B3A35788CB}"/>
                </a:ext>
              </a:extLst>
            </p:cNvPr>
            <p:cNvSpPr/>
            <p:nvPr/>
          </p:nvSpPr>
          <p:spPr>
            <a:xfrm>
              <a:off x="3261000" y="3573000"/>
              <a:ext cx="504000" cy="900000"/>
            </a:xfrm>
            <a:custGeom>
              <a:avLst/>
              <a:gdLst>
                <a:gd name="connsiteX0" fmla="*/ 504000 w 576000"/>
                <a:gd name="connsiteY0" fmla="*/ 480000 h 960000"/>
                <a:gd name="connsiteX1" fmla="*/ 480000 w 576000"/>
                <a:gd name="connsiteY1" fmla="*/ 504000 h 960000"/>
                <a:gd name="connsiteX2" fmla="*/ 96000 w 576000"/>
                <a:gd name="connsiteY2" fmla="*/ 504000 h 960000"/>
                <a:gd name="connsiteX3" fmla="*/ 72000 w 576000"/>
                <a:gd name="connsiteY3" fmla="*/ 480000 h 960000"/>
                <a:gd name="connsiteX4" fmla="*/ 72000 w 576000"/>
                <a:gd name="connsiteY4" fmla="*/ 240000 h 960000"/>
                <a:gd name="connsiteX5" fmla="*/ 120000 w 576000"/>
                <a:gd name="connsiteY5" fmla="*/ 192000 h 960000"/>
                <a:gd name="connsiteX6" fmla="*/ 216000 w 576000"/>
                <a:gd name="connsiteY6" fmla="*/ 192000 h 960000"/>
                <a:gd name="connsiteX7" fmla="*/ 240000 w 576000"/>
                <a:gd name="connsiteY7" fmla="*/ 168000 h 960000"/>
                <a:gd name="connsiteX8" fmla="*/ 336000 w 576000"/>
                <a:gd name="connsiteY8" fmla="*/ 168000 h 960000"/>
                <a:gd name="connsiteX9" fmla="*/ 360000 w 576000"/>
                <a:gd name="connsiteY9" fmla="*/ 192000 h 960000"/>
                <a:gd name="connsiteX10" fmla="*/ 456000 w 576000"/>
                <a:gd name="connsiteY10" fmla="*/ 192000 h 960000"/>
                <a:gd name="connsiteX11" fmla="*/ 504000 w 576000"/>
                <a:gd name="connsiteY11" fmla="*/ 240000 h 960000"/>
                <a:gd name="connsiteX12" fmla="*/ 504000 w 576000"/>
                <a:gd name="connsiteY12" fmla="*/ 480000 h 960000"/>
                <a:gd name="connsiteX13" fmla="*/ 468000 w 576000"/>
                <a:gd name="connsiteY13" fmla="*/ 768000 h 960000"/>
                <a:gd name="connsiteX14" fmla="*/ 432000 w 576000"/>
                <a:gd name="connsiteY14" fmla="*/ 732000 h 960000"/>
                <a:gd name="connsiteX15" fmla="*/ 468000 w 576000"/>
                <a:gd name="connsiteY15" fmla="*/ 696000 h 960000"/>
                <a:gd name="connsiteX16" fmla="*/ 504000 w 576000"/>
                <a:gd name="connsiteY16" fmla="*/ 732000 h 960000"/>
                <a:gd name="connsiteX17" fmla="*/ 468000 w 576000"/>
                <a:gd name="connsiteY17" fmla="*/ 768000 h 960000"/>
                <a:gd name="connsiteX18" fmla="*/ 108000 w 576000"/>
                <a:gd name="connsiteY18" fmla="*/ 768000 h 960000"/>
                <a:gd name="connsiteX19" fmla="*/ 72000 w 576000"/>
                <a:gd name="connsiteY19" fmla="*/ 732000 h 960000"/>
                <a:gd name="connsiteX20" fmla="*/ 108000 w 576000"/>
                <a:gd name="connsiteY20" fmla="*/ 696000 h 960000"/>
                <a:gd name="connsiteX21" fmla="*/ 144000 w 576000"/>
                <a:gd name="connsiteY21" fmla="*/ 732000 h 960000"/>
                <a:gd name="connsiteX22" fmla="*/ 108000 w 576000"/>
                <a:gd name="connsiteY22" fmla="*/ 768000 h 960000"/>
                <a:gd name="connsiteX23" fmla="*/ 480000 w 576000"/>
                <a:gd name="connsiteY23" fmla="*/ 120000 h 960000"/>
                <a:gd name="connsiteX24" fmla="*/ 312000 w 576000"/>
                <a:gd name="connsiteY24" fmla="*/ 120000 h 960000"/>
                <a:gd name="connsiteX25" fmla="*/ 312000 w 576000"/>
                <a:gd name="connsiteY25" fmla="*/ 48000 h 960000"/>
                <a:gd name="connsiteX26" fmla="*/ 432000 w 576000"/>
                <a:gd name="connsiteY26" fmla="*/ 48000 h 960000"/>
                <a:gd name="connsiteX27" fmla="*/ 432000 w 576000"/>
                <a:gd name="connsiteY27" fmla="*/ 0 h 960000"/>
                <a:gd name="connsiteX28" fmla="*/ 144000 w 576000"/>
                <a:gd name="connsiteY28" fmla="*/ 0 h 960000"/>
                <a:gd name="connsiteX29" fmla="*/ 144000 w 576000"/>
                <a:gd name="connsiteY29" fmla="*/ 48000 h 960000"/>
                <a:gd name="connsiteX30" fmla="*/ 264000 w 576000"/>
                <a:gd name="connsiteY30" fmla="*/ 48000 h 960000"/>
                <a:gd name="connsiteX31" fmla="*/ 264000 w 576000"/>
                <a:gd name="connsiteY31" fmla="*/ 120000 h 960000"/>
                <a:gd name="connsiteX32" fmla="*/ 96000 w 576000"/>
                <a:gd name="connsiteY32" fmla="*/ 120000 h 960000"/>
                <a:gd name="connsiteX33" fmla="*/ 0 w 576000"/>
                <a:gd name="connsiteY33" fmla="*/ 216000 h 960000"/>
                <a:gd name="connsiteX34" fmla="*/ 0 w 576000"/>
                <a:gd name="connsiteY34" fmla="*/ 768000 h 960000"/>
                <a:gd name="connsiteX35" fmla="*/ 72000 w 576000"/>
                <a:gd name="connsiteY35" fmla="*/ 840000 h 960000"/>
                <a:gd name="connsiteX36" fmla="*/ 82800 w 576000"/>
                <a:gd name="connsiteY36" fmla="*/ 840000 h 960000"/>
                <a:gd name="connsiteX37" fmla="*/ 28800 w 576000"/>
                <a:gd name="connsiteY37" fmla="*/ 960000 h 960000"/>
                <a:gd name="connsiteX38" fmla="*/ 81600 w 576000"/>
                <a:gd name="connsiteY38" fmla="*/ 960000 h 960000"/>
                <a:gd name="connsiteX39" fmla="*/ 135600 w 576000"/>
                <a:gd name="connsiteY39" fmla="*/ 840000 h 960000"/>
                <a:gd name="connsiteX40" fmla="*/ 440400 w 576000"/>
                <a:gd name="connsiteY40" fmla="*/ 840000 h 960000"/>
                <a:gd name="connsiteX41" fmla="*/ 494400 w 576000"/>
                <a:gd name="connsiteY41" fmla="*/ 960000 h 960000"/>
                <a:gd name="connsiteX42" fmla="*/ 547200 w 576000"/>
                <a:gd name="connsiteY42" fmla="*/ 960000 h 960000"/>
                <a:gd name="connsiteX43" fmla="*/ 493200 w 576000"/>
                <a:gd name="connsiteY43" fmla="*/ 840000 h 960000"/>
                <a:gd name="connsiteX44" fmla="*/ 504000 w 576000"/>
                <a:gd name="connsiteY44" fmla="*/ 840000 h 960000"/>
                <a:gd name="connsiteX45" fmla="*/ 576000 w 576000"/>
                <a:gd name="connsiteY45" fmla="*/ 768000 h 960000"/>
                <a:gd name="connsiteX46" fmla="*/ 576000 w 576000"/>
                <a:gd name="connsiteY46" fmla="*/ 216000 h 960000"/>
                <a:gd name="connsiteX47" fmla="*/ 480000 w 576000"/>
                <a:gd name="connsiteY47" fmla="*/ 120000 h 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76000" h="960000">
                  <a:moveTo>
                    <a:pt x="504000" y="480000"/>
                  </a:moveTo>
                  <a:cubicBezTo>
                    <a:pt x="504000" y="493200"/>
                    <a:pt x="493200" y="504000"/>
                    <a:pt x="480000" y="504000"/>
                  </a:cubicBezTo>
                  <a:lnTo>
                    <a:pt x="96000" y="504000"/>
                  </a:lnTo>
                  <a:cubicBezTo>
                    <a:pt x="82800" y="504000"/>
                    <a:pt x="72000" y="493200"/>
                    <a:pt x="72000" y="480000"/>
                  </a:cubicBezTo>
                  <a:lnTo>
                    <a:pt x="72000" y="240000"/>
                  </a:lnTo>
                  <a:cubicBezTo>
                    <a:pt x="72000" y="213600"/>
                    <a:pt x="93600" y="192000"/>
                    <a:pt x="120000" y="192000"/>
                  </a:cubicBezTo>
                  <a:lnTo>
                    <a:pt x="216000" y="192000"/>
                  </a:lnTo>
                  <a:cubicBezTo>
                    <a:pt x="216000" y="178800"/>
                    <a:pt x="226800" y="168000"/>
                    <a:pt x="240000" y="168000"/>
                  </a:cubicBezTo>
                  <a:lnTo>
                    <a:pt x="336000" y="168000"/>
                  </a:lnTo>
                  <a:cubicBezTo>
                    <a:pt x="349200" y="168000"/>
                    <a:pt x="360000" y="178800"/>
                    <a:pt x="360000" y="192000"/>
                  </a:cubicBezTo>
                  <a:lnTo>
                    <a:pt x="456000" y="192000"/>
                  </a:lnTo>
                  <a:cubicBezTo>
                    <a:pt x="482400" y="192000"/>
                    <a:pt x="504000" y="213600"/>
                    <a:pt x="504000" y="240000"/>
                  </a:cubicBezTo>
                  <a:lnTo>
                    <a:pt x="504000" y="480000"/>
                  </a:lnTo>
                  <a:close/>
                  <a:moveTo>
                    <a:pt x="468000" y="768000"/>
                  </a:moveTo>
                  <a:cubicBezTo>
                    <a:pt x="447600" y="768000"/>
                    <a:pt x="432000" y="752400"/>
                    <a:pt x="432000" y="732000"/>
                  </a:cubicBezTo>
                  <a:cubicBezTo>
                    <a:pt x="432000" y="711600"/>
                    <a:pt x="447600" y="696000"/>
                    <a:pt x="468000" y="696000"/>
                  </a:cubicBezTo>
                  <a:cubicBezTo>
                    <a:pt x="488400" y="696000"/>
                    <a:pt x="504000" y="711600"/>
                    <a:pt x="504000" y="732000"/>
                  </a:cubicBezTo>
                  <a:cubicBezTo>
                    <a:pt x="504000" y="752400"/>
                    <a:pt x="488400" y="768000"/>
                    <a:pt x="468000" y="768000"/>
                  </a:cubicBezTo>
                  <a:close/>
                  <a:moveTo>
                    <a:pt x="108000" y="768000"/>
                  </a:moveTo>
                  <a:cubicBezTo>
                    <a:pt x="87600" y="768000"/>
                    <a:pt x="72000" y="752400"/>
                    <a:pt x="72000" y="732000"/>
                  </a:cubicBezTo>
                  <a:cubicBezTo>
                    <a:pt x="72000" y="711600"/>
                    <a:pt x="87600" y="696000"/>
                    <a:pt x="108000" y="696000"/>
                  </a:cubicBezTo>
                  <a:cubicBezTo>
                    <a:pt x="128400" y="696000"/>
                    <a:pt x="144000" y="711600"/>
                    <a:pt x="144000" y="732000"/>
                  </a:cubicBezTo>
                  <a:cubicBezTo>
                    <a:pt x="144000" y="752400"/>
                    <a:pt x="128400" y="768000"/>
                    <a:pt x="108000" y="768000"/>
                  </a:cubicBezTo>
                  <a:close/>
                  <a:moveTo>
                    <a:pt x="480000" y="120000"/>
                  </a:moveTo>
                  <a:lnTo>
                    <a:pt x="312000" y="120000"/>
                  </a:lnTo>
                  <a:lnTo>
                    <a:pt x="312000" y="48000"/>
                  </a:lnTo>
                  <a:lnTo>
                    <a:pt x="432000" y="48000"/>
                  </a:lnTo>
                  <a:lnTo>
                    <a:pt x="432000" y="0"/>
                  </a:lnTo>
                  <a:lnTo>
                    <a:pt x="144000" y="0"/>
                  </a:lnTo>
                  <a:lnTo>
                    <a:pt x="144000" y="48000"/>
                  </a:lnTo>
                  <a:lnTo>
                    <a:pt x="264000" y="48000"/>
                  </a:lnTo>
                  <a:lnTo>
                    <a:pt x="264000" y="120000"/>
                  </a:lnTo>
                  <a:lnTo>
                    <a:pt x="96000" y="120000"/>
                  </a:lnTo>
                  <a:cubicBezTo>
                    <a:pt x="43200" y="120000"/>
                    <a:pt x="0" y="163200"/>
                    <a:pt x="0" y="216000"/>
                  </a:cubicBezTo>
                  <a:lnTo>
                    <a:pt x="0" y="768000"/>
                  </a:lnTo>
                  <a:cubicBezTo>
                    <a:pt x="0" y="807600"/>
                    <a:pt x="32400" y="840000"/>
                    <a:pt x="72000" y="840000"/>
                  </a:cubicBezTo>
                  <a:lnTo>
                    <a:pt x="82800" y="840000"/>
                  </a:lnTo>
                  <a:lnTo>
                    <a:pt x="28800" y="960000"/>
                  </a:lnTo>
                  <a:lnTo>
                    <a:pt x="81600" y="960000"/>
                  </a:lnTo>
                  <a:lnTo>
                    <a:pt x="135600" y="840000"/>
                  </a:lnTo>
                  <a:lnTo>
                    <a:pt x="440400" y="840000"/>
                  </a:lnTo>
                  <a:lnTo>
                    <a:pt x="494400" y="960000"/>
                  </a:lnTo>
                  <a:lnTo>
                    <a:pt x="547200" y="960000"/>
                  </a:lnTo>
                  <a:lnTo>
                    <a:pt x="493200" y="840000"/>
                  </a:lnTo>
                  <a:lnTo>
                    <a:pt x="504000" y="840000"/>
                  </a:lnTo>
                  <a:cubicBezTo>
                    <a:pt x="543600" y="840000"/>
                    <a:pt x="576000" y="807600"/>
                    <a:pt x="576000" y="768000"/>
                  </a:cubicBezTo>
                  <a:lnTo>
                    <a:pt x="576000" y="216000"/>
                  </a:lnTo>
                  <a:cubicBezTo>
                    <a:pt x="576000" y="163200"/>
                    <a:pt x="532800" y="120000"/>
                    <a:pt x="480000" y="120000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AA4CEECE-0B18-CF0C-8091-A9BFA62023F6}"/>
              </a:ext>
            </a:extLst>
          </p:cNvPr>
          <p:cNvGrpSpPr/>
          <p:nvPr/>
        </p:nvGrpSpPr>
        <p:grpSpPr>
          <a:xfrm>
            <a:off x="1353000" y="4869000"/>
            <a:ext cx="1440000" cy="1440000"/>
            <a:chOff x="7113000" y="3429000"/>
            <a:chExt cx="1440000" cy="1440000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827B835-9A3D-BC80-38CF-6F292955D148}"/>
                </a:ext>
              </a:extLst>
            </p:cNvPr>
            <p:cNvSpPr/>
            <p:nvPr/>
          </p:nvSpPr>
          <p:spPr>
            <a:xfrm>
              <a:off x="711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CINEMA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171" name="Graphic 170" descr="Video camera with solid fill">
              <a:extLst>
                <a:ext uri="{FF2B5EF4-FFF2-40B4-BE49-F238E27FC236}">
                  <a16:creationId xmlns:a16="http://schemas.microsoft.com/office/drawing/2014/main" id="{A3241271-796A-0329-56B6-32DF33E18E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01000" y="3573000"/>
              <a:ext cx="864000" cy="864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876A481-DB43-848D-3FD5-9F26806CDFB6}"/>
              </a:ext>
            </a:extLst>
          </p:cNvPr>
          <p:cNvGrpSpPr/>
          <p:nvPr/>
        </p:nvGrpSpPr>
        <p:grpSpPr>
          <a:xfrm>
            <a:off x="5673000" y="1989000"/>
            <a:ext cx="1440000" cy="1440000"/>
            <a:chOff x="4233000" y="1989000"/>
            <a:chExt cx="1440000" cy="1440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1AE6B9-C6D1-3465-BE11-872433F7052E}"/>
                </a:ext>
              </a:extLst>
            </p:cNvPr>
            <p:cNvSpPr/>
            <p:nvPr/>
          </p:nvSpPr>
          <p:spPr>
            <a:xfrm>
              <a:off x="423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STREET/PATH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C17F677-1A1D-BB0E-08E5-3B836C2255E0}"/>
                </a:ext>
              </a:extLst>
            </p:cNvPr>
            <p:cNvGrpSpPr/>
            <p:nvPr/>
          </p:nvGrpSpPr>
          <p:grpSpPr>
            <a:xfrm>
              <a:off x="4543482" y="2248784"/>
              <a:ext cx="809567" cy="714374"/>
              <a:chOff x="4544017" y="2126473"/>
              <a:chExt cx="809567" cy="714374"/>
            </a:xfrm>
            <a:solidFill>
              <a:schemeClr val="bg1">
                <a:lumMod val="95000"/>
              </a:schemeClr>
            </a:solidFill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71DE1CA-154C-0E92-AD61-BF78DEA69711}"/>
                  </a:ext>
                </a:extLst>
              </p:cNvPr>
              <p:cNvSpPr/>
              <p:nvPr/>
            </p:nvSpPr>
            <p:spPr>
              <a:xfrm>
                <a:off x="4627122" y="2212198"/>
                <a:ext cx="212169" cy="371475"/>
              </a:xfrm>
              <a:custGeom>
                <a:avLst/>
                <a:gdLst>
                  <a:gd name="connsiteX0" fmla="*/ 155362 w 212169"/>
                  <a:gd name="connsiteY0" fmla="*/ 199720 h 371475"/>
                  <a:gd name="connsiteX1" fmla="*/ 190319 w 212169"/>
                  <a:gd name="connsiteY1" fmla="*/ 199720 h 371475"/>
                  <a:gd name="connsiteX2" fmla="*/ 106194 w 212169"/>
                  <a:gd name="connsiteY2" fmla="*/ 0 h 371475"/>
                  <a:gd name="connsiteX3" fmla="*/ 21850 w 212169"/>
                  <a:gd name="connsiteY3" fmla="*/ 199720 h 371475"/>
                  <a:gd name="connsiteX4" fmla="*/ 56817 w 212169"/>
                  <a:gd name="connsiteY4" fmla="*/ 199720 h 371475"/>
                  <a:gd name="connsiteX5" fmla="*/ 0 w 212169"/>
                  <a:gd name="connsiteY5" fmla="*/ 318373 h 371475"/>
                  <a:gd name="connsiteX6" fmla="*/ 84344 w 212169"/>
                  <a:gd name="connsiteY6" fmla="*/ 318373 h 371475"/>
                  <a:gd name="connsiteX7" fmla="*/ 84344 w 212169"/>
                  <a:gd name="connsiteY7" fmla="*/ 371475 h 371475"/>
                  <a:gd name="connsiteX8" fmla="*/ 128045 w 212169"/>
                  <a:gd name="connsiteY8" fmla="*/ 371475 h 371475"/>
                  <a:gd name="connsiteX9" fmla="*/ 128045 w 212169"/>
                  <a:gd name="connsiteY9" fmla="*/ 318373 h 371475"/>
                  <a:gd name="connsiteX10" fmla="*/ 212169 w 212169"/>
                  <a:gd name="connsiteY10" fmla="*/ 318373 h 371475"/>
                  <a:gd name="connsiteX11" fmla="*/ 155362 w 212169"/>
                  <a:gd name="connsiteY11" fmla="*/ 199720 h 371475"/>
                  <a:gd name="connsiteX12" fmla="*/ 155362 w 212169"/>
                  <a:gd name="connsiteY12" fmla="*/ 199720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2169" h="371475">
                    <a:moveTo>
                      <a:pt x="155362" y="199720"/>
                    </a:moveTo>
                    <a:lnTo>
                      <a:pt x="190319" y="199720"/>
                    </a:lnTo>
                    <a:lnTo>
                      <a:pt x="106194" y="0"/>
                    </a:lnTo>
                    <a:lnTo>
                      <a:pt x="21850" y="199720"/>
                    </a:lnTo>
                    <a:lnTo>
                      <a:pt x="56817" y="199720"/>
                    </a:lnTo>
                    <a:lnTo>
                      <a:pt x="0" y="318373"/>
                    </a:lnTo>
                    <a:lnTo>
                      <a:pt x="84344" y="318373"/>
                    </a:lnTo>
                    <a:lnTo>
                      <a:pt x="84344" y="371475"/>
                    </a:lnTo>
                    <a:lnTo>
                      <a:pt x="128045" y="371475"/>
                    </a:lnTo>
                    <a:lnTo>
                      <a:pt x="128045" y="318373"/>
                    </a:lnTo>
                    <a:lnTo>
                      <a:pt x="212169" y="318373"/>
                    </a:lnTo>
                    <a:lnTo>
                      <a:pt x="155362" y="199720"/>
                    </a:lnTo>
                    <a:lnTo>
                      <a:pt x="155362" y="1997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04B81D0-5365-146F-B247-8B0B614AE70B}"/>
                  </a:ext>
                </a:extLst>
              </p:cNvPr>
              <p:cNvSpPr/>
              <p:nvPr/>
            </p:nvSpPr>
            <p:spPr>
              <a:xfrm>
                <a:off x="5203985" y="2126473"/>
                <a:ext cx="149599" cy="261918"/>
              </a:xfrm>
              <a:custGeom>
                <a:avLst/>
                <a:gdLst>
                  <a:gd name="connsiteX0" fmla="*/ 109547 w 149599"/>
                  <a:gd name="connsiteY0" fmla="*/ 140818 h 261918"/>
                  <a:gd name="connsiteX1" fmla="*/ 134198 w 149599"/>
                  <a:gd name="connsiteY1" fmla="*/ 140818 h 261918"/>
                  <a:gd name="connsiteX2" fmla="*/ 74876 w 149599"/>
                  <a:gd name="connsiteY2" fmla="*/ 0 h 261918"/>
                  <a:gd name="connsiteX3" fmla="*/ 15411 w 149599"/>
                  <a:gd name="connsiteY3" fmla="*/ 140818 h 261918"/>
                  <a:gd name="connsiteX4" fmla="*/ 40062 w 149599"/>
                  <a:gd name="connsiteY4" fmla="*/ 140818 h 261918"/>
                  <a:gd name="connsiteX5" fmla="*/ 0 w 149599"/>
                  <a:gd name="connsiteY5" fmla="*/ 224485 h 261918"/>
                  <a:gd name="connsiteX6" fmla="*/ 59474 w 149599"/>
                  <a:gd name="connsiteY6" fmla="*/ 224485 h 261918"/>
                  <a:gd name="connsiteX7" fmla="*/ 59474 w 149599"/>
                  <a:gd name="connsiteY7" fmla="*/ 261918 h 261918"/>
                  <a:gd name="connsiteX8" fmla="*/ 90288 w 149599"/>
                  <a:gd name="connsiteY8" fmla="*/ 261918 h 261918"/>
                  <a:gd name="connsiteX9" fmla="*/ 90288 w 149599"/>
                  <a:gd name="connsiteY9" fmla="*/ 224485 h 261918"/>
                  <a:gd name="connsiteX10" fmla="*/ 149600 w 149599"/>
                  <a:gd name="connsiteY10" fmla="*/ 224485 h 261918"/>
                  <a:gd name="connsiteX11" fmla="*/ 109547 w 149599"/>
                  <a:gd name="connsiteY11" fmla="*/ 140818 h 261918"/>
                  <a:gd name="connsiteX12" fmla="*/ 109547 w 149599"/>
                  <a:gd name="connsiteY12" fmla="*/ 140818 h 26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9599" h="261918">
                    <a:moveTo>
                      <a:pt x="109547" y="140818"/>
                    </a:moveTo>
                    <a:lnTo>
                      <a:pt x="134198" y="140818"/>
                    </a:lnTo>
                    <a:lnTo>
                      <a:pt x="74876" y="0"/>
                    </a:lnTo>
                    <a:lnTo>
                      <a:pt x="15411" y="140818"/>
                    </a:lnTo>
                    <a:lnTo>
                      <a:pt x="40062" y="140818"/>
                    </a:lnTo>
                    <a:lnTo>
                      <a:pt x="0" y="224485"/>
                    </a:lnTo>
                    <a:lnTo>
                      <a:pt x="59474" y="224485"/>
                    </a:lnTo>
                    <a:lnTo>
                      <a:pt x="59474" y="261918"/>
                    </a:lnTo>
                    <a:lnTo>
                      <a:pt x="90288" y="261918"/>
                    </a:lnTo>
                    <a:lnTo>
                      <a:pt x="90288" y="224485"/>
                    </a:lnTo>
                    <a:lnTo>
                      <a:pt x="149600" y="224485"/>
                    </a:lnTo>
                    <a:lnTo>
                      <a:pt x="109547" y="140818"/>
                    </a:lnTo>
                    <a:lnTo>
                      <a:pt x="109547" y="140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C87A8ED-6C1E-042E-58CA-89DAE4E8BC47}"/>
                  </a:ext>
                </a:extLst>
              </p:cNvPr>
              <p:cNvSpPr/>
              <p:nvPr/>
            </p:nvSpPr>
            <p:spPr>
              <a:xfrm>
                <a:off x="4544017" y="2259816"/>
                <a:ext cx="707311" cy="581031"/>
              </a:xfrm>
              <a:custGeom>
                <a:avLst/>
                <a:gdLst>
                  <a:gd name="connsiteX0" fmla="*/ 474812 w 707311"/>
                  <a:gd name="connsiteY0" fmla="*/ 72577 h 581031"/>
                  <a:gd name="connsiteX1" fmla="*/ 639661 w 707311"/>
                  <a:gd name="connsiteY1" fmla="*/ 164294 h 581031"/>
                  <a:gd name="connsiteX2" fmla="*/ 683914 w 707311"/>
                  <a:gd name="connsiteY2" fmla="*/ 332477 h 581031"/>
                  <a:gd name="connsiteX3" fmla="*/ 523361 w 707311"/>
                  <a:gd name="connsiteY3" fmla="*/ 581032 h 581031"/>
                  <a:gd name="connsiteX4" fmla="*/ 0 w 707311"/>
                  <a:gd name="connsiteY4" fmla="*/ 581032 h 581031"/>
                  <a:gd name="connsiteX5" fmla="*/ 417052 w 707311"/>
                  <a:gd name="connsiteY5" fmla="*/ 323599 h 581031"/>
                  <a:gd name="connsiteX6" fmla="*/ 466725 w 707311"/>
                  <a:gd name="connsiteY6" fmla="*/ 161932 h 581031"/>
                  <a:gd name="connsiteX7" fmla="*/ 380448 w 707311"/>
                  <a:gd name="connsiteY7" fmla="*/ 72206 h 581031"/>
                  <a:gd name="connsiteX8" fmla="*/ 476250 w 707311"/>
                  <a:gd name="connsiteY8" fmla="*/ 7 h 581031"/>
                  <a:gd name="connsiteX9" fmla="*/ 514350 w 707311"/>
                  <a:gd name="connsiteY9" fmla="*/ 7 h 581031"/>
                  <a:gd name="connsiteX10" fmla="*/ 474812 w 707311"/>
                  <a:gd name="connsiteY10" fmla="*/ 72577 h 581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7311" h="581031">
                    <a:moveTo>
                      <a:pt x="474812" y="72577"/>
                    </a:moveTo>
                    <a:cubicBezTo>
                      <a:pt x="514750" y="99609"/>
                      <a:pt x="621573" y="151416"/>
                      <a:pt x="639661" y="164294"/>
                    </a:cubicBezTo>
                    <a:cubicBezTo>
                      <a:pt x="664959" y="182296"/>
                      <a:pt x="747141" y="222825"/>
                      <a:pt x="683914" y="332477"/>
                    </a:cubicBezTo>
                    <a:cubicBezTo>
                      <a:pt x="620687" y="442128"/>
                      <a:pt x="562127" y="522929"/>
                      <a:pt x="523361" y="581032"/>
                    </a:cubicBezTo>
                    <a:lnTo>
                      <a:pt x="0" y="581032"/>
                    </a:lnTo>
                    <a:cubicBezTo>
                      <a:pt x="130131" y="474209"/>
                      <a:pt x="330460" y="386064"/>
                      <a:pt x="417052" y="323599"/>
                    </a:cubicBezTo>
                    <a:cubicBezTo>
                      <a:pt x="503644" y="261134"/>
                      <a:pt x="508340" y="213948"/>
                      <a:pt x="466725" y="161932"/>
                    </a:cubicBezTo>
                    <a:cubicBezTo>
                      <a:pt x="428625" y="114307"/>
                      <a:pt x="394449" y="100886"/>
                      <a:pt x="380448" y="72206"/>
                    </a:cubicBezTo>
                    <a:cubicBezTo>
                      <a:pt x="355521" y="21171"/>
                      <a:pt x="445541" y="-432"/>
                      <a:pt x="476250" y="7"/>
                    </a:cubicBezTo>
                    <a:cubicBezTo>
                      <a:pt x="479974" y="7"/>
                      <a:pt x="514350" y="7"/>
                      <a:pt x="514350" y="7"/>
                    </a:cubicBezTo>
                    <a:cubicBezTo>
                      <a:pt x="514350" y="7"/>
                      <a:pt x="434864" y="45555"/>
                      <a:pt x="474812" y="725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45248A1-D2C7-3DA5-5DF5-2F5B33609A20}"/>
              </a:ext>
            </a:extLst>
          </p:cNvPr>
          <p:cNvGrpSpPr/>
          <p:nvPr/>
        </p:nvGrpSpPr>
        <p:grpSpPr>
          <a:xfrm>
            <a:off x="1353000" y="3429000"/>
            <a:ext cx="1440000" cy="1440000"/>
            <a:chOff x="4233000" y="3429000"/>
            <a:chExt cx="1440000" cy="1440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9D503C-A53C-00F4-4A15-16B25F6BDC05}"/>
                </a:ext>
              </a:extLst>
            </p:cNvPr>
            <p:cNvSpPr/>
            <p:nvPr/>
          </p:nvSpPr>
          <p:spPr>
            <a:xfrm>
              <a:off x="423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PARK</a:t>
              </a:r>
            </a:p>
          </p:txBody>
        </p:sp>
        <p:sp>
          <p:nvSpPr>
            <p:cNvPr id="18" name="Graphic 16" descr="Picnic table with solid fill">
              <a:extLst>
                <a:ext uri="{FF2B5EF4-FFF2-40B4-BE49-F238E27FC236}">
                  <a16:creationId xmlns:a16="http://schemas.microsoft.com/office/drawing/2014/main" id="{A461F7AB-1A3C-4B18-47AE-17539186DB6F}"/>
                </a:ext>
              </a:extLst>
            </p:cNvPr>
            <p:cNvSpPr/>
            <p:nvPr/>
          </p:nvSpPr>
          <p:spPr>
            <a:xfrm>
              <a:off x="4550424" y="3855882"/>
              <a:ext cx="805152" cy="513284"/>
            </a:xfrm>
            <a:custGeom>
              <a:avLst/>
              <a:gdLst>
                <a:gd name="connsiteX0" fmla="*/ 389573 w 838200"/>
                <a:gd name="connsiteY0" fmla="*/ 95250 h 534352"/>
                <a:gd name="connsiteX1" fmla="*/ 447675 w 838200"/>
                <a:gd name="connsiteY1" fmla="*/ 95250 h 534352"/>
                <a:gd name="connsiteX2" fmla="*/ 519113 w 838200"/>
                <a:gd name="connsiteY2" fmla="*/ 266700 h 534352"/>
                <a:gd name="connsiteX3" fmla="*/ 319088 w 838200"/>
                <a:gd name="connsiteY3" fmla="*/ 266700 h 534352"/>
                <a:gd name="connsiteX4" fmla="*/ 389573 w 838200"/>
                <a:gd name="connsiteY4" fmla="*/ 95250 h 534352"/>
                <a:gd name="connsiteX5" fmla="*/ 152400 w 838200"/>
                <a:gd name="connsiteY5" fmla="*/ 0 h 534352"/>
                <a:gd name="connsiteX6" fmla="*/ 152400 w 838200"/>
                <a:gd name="connsiteY6" fmla="*/ 95250 h 534352"/>
                <a:gd name="connsiteX7" fmla="*/ 288608 w 838200"/>
                <a:gd name="connsiteY7" fmla="*/ 95250 h 534352"/>
                <a:gd name="connsiteX8" fmla="*/ 217170 w 838200"/>
                <a:gd name="connsiteY8" fmla="*/ 266700 h 534352"/>
                <a:gd name="connsiteX9" fmla="*/ 0 w 838200"/>
                <a:gd name="connsiteY9" fmla="*/ 266700 h 534352"/>
                <a:gd name="connsiteX10" fmla="*/ 0 w 838200"/>
                <a:gd name="connsiteY10" fmla="*/ 323850 h 534352"/>
                <a:gd name="connsiteX11" fmla="*/ 193358 w 838200"/>
                <a:gd name="connsiteY11" fmla="*/ 323850 h 534352"/>
                <a:gd name="connsiteX12" fmla="*/ 105728 w 838200"/>
                <a:gd name="connsiteY12" fmla="*/ 534353 h 534352"/>
                <a:gd name="connsiteX13" fmla="*/ 207645 w 838200"/>
                <a:gd name="connsiteY13" fmla="*/ 534353 h 534352"/>
                <a:gd name="connsiteX14" fmla="*/ 295275 w 838200"/>
                <a:gd name="connsiteY14" fmla="*/ 323850 h 534352"/>
                <a:gd name="connsiteX15" fmla="*/ 542925 w 838200"/>
                <a:gd name="connsiteY15" fmla="*/ 323850 h 534352"/>
                <a:gd name="connsiteX16" fmla="*/ 630555 w 838200"/>
                <a:gd name="connsiteY16" fmla="*/ 534353 h 534352"/>
                <a:gd name="connsiteX17" fmla="*/ 732473 w 838200"/>
                <a:gd name="connsiteY17" fmla="*/ 534353 h 534352"/>
                <a:gd name="connsiteX18" fmla="*/ 644843 w 838200"/>
                <a:gd name="connsiteY18" fmla="*/ 323850 h 534352"/>
                <a:gd name="connsiteX19" fmla="*/ 838200 w 838200"/>
                <a:gd name="connsiteY19" fmla="*/ 323850 h 534352"/>
                <a:gd name="connsiteX20" fmla="*/ 838200 w 838200"/>
                <a:gd name="connsiteY20" fmla="*/ 266700 h 534352"/>
                <a:gd name="connsiteX21" fmla="*/ 621030 w 838200"/>
                <a:gd name="connsiteY21" fmla="*/ 266700 h 534352"/>
                <a:gd name="connsiteX22" fmla="*/ 549593 w 838200"/>
                <a:gd name="connsiteY22" fmla="*/ 95250 h 534352"/>
                <a:gd name="connsiteX23" fmla="*/ 685800 w 838200"/>
                <a:gd name="connsiteY23" fmla="*/ 95250 h 534352"/>
                <a:gd name="connsiteX24" fmla="*/ 685800 w 838200"/>
                <a:gd name="connsiteY24" fmla="*/ 0 h 534352"/>
                <a:gd name="connsiteX25" fmla="*/ 152400 w 838200"/>
                <a:gd name="connsiteY25" fmla="*/ 0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200" h="534352">
                  <a:moveTo>
                    <a:pt x="389573" y="95250"/>
                  </a:moveTo>
                  <a:lnTo>
                    <a:pt x="447675" y="95250"/>
                  </a:lnTo>
                  <a:lnTo>
                    <a:pt x="519113" y="266700"/>
                  </a:lnTo>
                  <a:lnTo>
                    <a:pt x="319088" y="266700"/>
                  </a:lnTo>
                  <a:lnTo>
                    <a:pt x="389573" y="95250"/>
                  </a:lnTo>
                  <a:close/>
                  <a:moveTo>
                    <a:pt x="152400" y="0"/>
                  </a:moveTo>
                  <a:lnTo>
                    <a:pt x="152400" y="95250"/>
                  </a:lnTo>
                  <a:lnTo>
                    <a:pt x="288608" y="95250"/>
                  </a:lnTo>
                  <a:lnTo>
                    <a:pt x="217170" y="266700"/>
                  </a:lnTo>
                  <a:lnTo>
                    <a:pt x="0" y="266700"/>
                  </a:lnTo>
                  <a:lnTo>
                    <a:pt x="0" y="323850"/>
                  </a:lnTo>
                  <a:lnTo>
                    <a:pt x="193358" y="323850"/>
                  </a:lnTo>
                  <a:lnTo>
                    <a:pt x="105728" y="534353"/>
                  </a:lnTo>
                  <a:lnTo>
                    <a:pt x="207645" y="534353"/>
                  </a:lnTo>
                  <a:lnTo>
                    <a:pt x="295275" y="323850"/>
                  </a:lnTo>
                  <a:lnTo>
                    <a:pt x="542925" y="323850"/>
                  </a:lnTo>
                  <a:lnTo>
                    <a:pt x="630555" y="534353"/>
                  </a:lnTo>
                  <a:lnTo>
                    <a:pt x="732473" y="534353"/>
                  </a:lnTo>
                  <a:lnTo>
                    <a:pt x="644843" y="323850"/>
                  </a:lnTo>
                  <a:lnTo>
                    <a:pt x="838200" y="323850"/>
                  </a:lnTo>
                  <a:lnTo>
                    <a:pt x="838200" y="266700"/>
                  </a:lnTo>
                  <a:lnTo>
                    <a:pt x="621030" y="266700"/>
                  </a:lnTo>
                  <a:lnTo>
                    <a:pt x="549593" y="95250"/>
                  </a:lnTo>
                  <a:lnTo>
                    <a:pt x="685800" y="95250"/>
                  </a:lnTo>
                  <a:lnTo>
                    <a:pt x="68580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A777FB6-D47B-E251-B658-BE91E9531F4A}"/>
              </a:ext>
            </a:extLst>
          </p:cNvPr>
          <p:cNvGrpSpPr/>
          <p:nvPr/>
        </p:nvGrpSpPr>
        <p:grpSpPr>
          <a:xfrm>
            <a:off x="-87000" y="1989000"/>
            <a:ext cx="1440000" cy="1440000"/>
            <a:chOff x="1353000" y="1989000"/>
            <a:chExt cx="1440000" cy="1440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B8BD5B7-04D4-E66C-E709-BBEDF6B6C6E9}"/>
                </a:ext>
              </a:extLst>
            </p:cNvPr>
            <p:cNvSpPr/>
            <p:nvPr/>
          </p:nvSpPr>
          <p:spPr>
            <a:xfrm>
              <a:off x="135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AIRPORT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sp>
          <p:nvSpPr>
            <p:cNvPr id="47" name="Graphic 3" descr="Airplane with solid fill">
              <a:extLst>
                <a:ext uri="{FF2B5EF4-FFF2-40B4-BE49-F238E27FC236}">
                  <a16:creationId xmlns:a16="http://schemas.microsoft.com/office/drawing/2014/main" id="{208BDB6D-27C1-BCB1-9F9F-A01183ABD273}"/>
                </a:ext>
              </a:extLst>
            </p:cNvPr>
            <p:cNvSpPr/>
            <p:nvPr/>
          </p:nvSpPr>
          <p:spPr>
            <a:xfrm>
              <a:off x="1713000" y="2133000"/>
              <a:ext cx="765000" cy="900000"/>
            </a:xfrm>
            <a:custGeom>
              <a:avLst/>
              <a:gdLst>
                <a:gd name="csX0" fmla="*/ 647700 w 647700"/>
                <a:gd name="csY0" fmla="*/ 552450 h 762000"/>
                <a:gd name="csX1" fmla="*/ 647700 w 647700"/>
                <a:gd name="csY1" fmla="*/ 466725 h 762000"/>
                <a:gd name="csX2" fmla="*/ 371475 w 647700"/>
                <a:gd name="csY2" fmla="*/ 271463 h 762000"/>
                <a:gd name="csX3" fmla="*/ 371475 w 647700"/>
                <a:gd name="csY3" fmla="*/ 85725 h 762000"/>
                <a:gd name="csX4" fmla="*/ 323850 w 647700"/>
                <a:gd name="csY4" fmla="*/ 0 h 762000"/>
                <a:gd name="csX5" fmla="*/ 276225 w 647700"/>
                <a:gd name="csY5" fmla="*/ 85725 h 762000"/>
                <a:gd name="csX6" fmla="*/ 276225 w 647700"/>
                <a:gd name="csY6" fmla="*/ 271463 h 762000"/>
                <a:gd name="csX7" fmla="*/ 0 w 647700"/>
                <a:gd name="csY7" fmla="*/ 466725 h 762000"/>
                <a:gd name="csX8" fmla="*/ 0 w 647700"/>
                <a:gd name="csY8" fmla="*/ 552450 h 762000"/>
                <a:gd name="csX9" fmla="*/ 276225 w 647700"/>
                <a:gd name="csY9" fmla="*/ 414338 h 762000"/>
                <a:gd name="csX10" fmla="*/ 276225 w 647700"/>
                <a:gd name="csY10" fmla="*/ 621983 h 762000"/>
                <a:gd name="csX11" fmla="*/ 180975 w 647700"/>
                <a:gd name="csY11" fmla="*/ 704850 h 762000"/>
                <a:gd name="csX12" fmla="*/ 180975 w 647700"/>
                <a:gd name="csY12" fmla="*/ 762000 h 762000"/>
                <a:gd name="csX13" fmla="*/ 323850 w 647700"/>
                <a:gd name="csY13" fmla="*/ 704850 h 762000"/>
                <a:gd name="csX14" fmla="*/ 466725 w 647700"/>
                <a:gd name="csY14" fmla="*/ 762000 h 762000"/>
                <a:gd name="csX15" fmla="*/ 466725 w 647700"/>
                <a:gd name="csY15" fmla="*/ 704850 h 762000"/>
                <a:gd name="csX16" fmla="*/ 371475 w 647700"/>
                <a:gd name="csY16" fmla="*/ 621983 h 762000"/>
                <a:gd name="csX17" fmla="*/ 371475 w 647700"/>
                <a:gd name="csY17" fmla="*/ 414338 h 762000"/>
                <a:gd name="csX18" fmla="*/ 647700 w 647700"/>
                <a:gd name="csY18" fmla="*/ 55245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47700" h="762000">
                  <a:moveTo>
                    <a:pt x="647700" y="552450"/>
                  </a:moveTo>
                  <a:lnTo>
                    <a:pt x="647700" y="466725"/>
                  </a:lnTo>
                  <a:lnTo>
                    <a:pt x="371475" y="271463"/>
                  </a:lnTo>
                  <a:lnTo>
                    <a:pt x="371475" y="85725"/>
                  </a:lnTo>
                  <a:cubicBezTo>
                    <a:pt x="371475" y="48578"/>
                    <a:pt x="352425" y="0"/>
                    <a:pt x="323850" y="0"/>
                  </a:cubicBezTo>
                  <a:cubicBezTo>
                    <a:pt x="296228" y="0"/>
                    <a:pt x="276225" y="48578"/>
                    <a:pt x="276225" y="85725"/>
                  </a:cubicBezTo>
                  <a:lnTo>
                    <a:pt x="276225" y="271463"/>
                  </a:lnTo>
                  <a:lnTo>
                    <a:pt x="0" y="466725"/>
                  </a:lnTo>
                  <a:lnTo>
                    <a:pt x="0" y="552450"/>
                  </a:lnTo>
                  <a:lnTo>
                    <a:pt x="276225" y="414338"/>
                  </a:lnTo>
                  <a:lnTo>
                    <a:pt x="276225" y="621983"/>
                  </a:lnTo>
                  <a:lnTo>
                    <a:pt x="180975" y="704850"/>
                  </a:lnTo>
                  <a:lnTo>
                    <a:pt x="180975" y="762000"/>
                  </a:lnTo>
                  <a:lnTo>
                    <a:pt x="323850" y="704850"/>
                  </a:lnTo>
                  <a:lnTo>
                    <a:pt x="466725" y="762000"/>
                  </a:lnTo>
                  <a:lnTo>
                    <a:pt x="466725" y="704850"/>
                  </a:lnTo>
                  <a:lnTo>
                    <a:pt x="371475" y="621983"/>
                  </a:lnTo>
                  <a:lnTo>
                    <a:pt x="371475" y="414338"/>
                  </a:lnTo>
                  <a:lnTo>
                    <a:pt x="647700" y="55245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LID4096" sz="1300">
                <a:latin typeface="Rubik" pitchFamily="2" charset="-79"/>
                <a:cs typeface="Rubik" pitchFamily="2" charset="-79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259A0BE-A5A1-5C02-DDA7-977DD1845147}"/>
              </a:ext>
            </a:extLst>
          </p:cNvPr>
          <p:cNvSpPr/>
          <p:nvPr/>
        </p:nvSpPr>
        <p:spPr>
          <a:xfrm>
            <a:off x="4233000" y="1989000"/>
            <a:ext cx="144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8000" b="1" dirty="0">
              <a:latin typeface="Rubik" pitchFamily="2" charset="-79"/>
              <a:cs typeface="Rubik" pitchFamily="2" charset="-79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031E6CB-936E-B1B1-18B1-9629AB3FEA1B}"/>
              </a:ext>
            </a:extLst>
          </p:cNvPr>
          <p:cNvGrpSpPr/>
          <p:nvPr/>
        </p:nvGrpSpPr>
        <p:grpSpPr>
          <a:xfrm>
            <a:off x="2793000" y="1989000"/>
            <a:ext cx="1440000" cy="1440000"/>
            <a:chOff x="2793000" y="1989000"/>
            <a:chExt cx="1440000" cy="1440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AA92429-55BB-55B3-DAA3-2F165D80923D}"/>
                </a:ext>
              </a:extLst>
            </p:cNvPr>
            <p:cNvSpPr/>
            <p:nvPr/>
          </p:nvSpPr>
          <p:spPr>
            <a:xfrm>
              <a:off x="279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STATION NAME</a:t>
              </a: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LENGTH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7C38956-2CB7-2309-1C50-07C1FC01B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8004" r="58053" b="40446"/>
            <a:stretch>
              <a:fillRect/>
            </a:stretch>
          </p:blipFill>
          <p:spPr>
            <a:xfrm>
              <a:off x="3199230" y="2271560"/>
              <a:ext cx="627540" cy="668822"/>
            </a:xfrm>
            <a:prstGeom prst="rect">
              <a:avLst/>
            </a:prstGeom>
          </p:spPr>
        </p:pic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23ABAED-5843-9DC9-B509-DF31A2A7B7ED}"/>
              </a:ext>
            </a:extLst>
          </p:cNvPr>
          <p:cNvGrpSpPr/>
          <p:nvPr/>
        </p:nvGrpSpPr>
        <p:grpSpPr>
          <a:xfrm>
            <a:off x="7113000" y="1989000"/>
            <a:ext cx="1440000" cy="1440000"/>
            <a:chOff x="7833000" y="1989000"/>
            <a:chExt cx="1440000" cy="1440000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584C98D-DD58-A4A9-B513-FBBCABA727A3}"/>
                </a:ext>
              </a:extLst>
            </p:cNvPr>
            <p:cNvSpPr/>
            <p:nvPr/>
          </p:nvSpPr>
          <p:spPr>
            <a:xfrm>
              <a:off x="783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MOUNTAIN</a:t>
              </a:r>
            </a:p>
          </p:txBody>
        </p: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ADCA36E0-4C62-1DF6-6679-200319FB8A9C}"/>
                </a:ext>
              </a:extLst>
            </p:cNvPr>
            <p:cNvGrpSpPr/>
            <p:nvPr/>
          </p:nvGrpSpPr>
          <p:grpSpPr>
            <a:xfrm>
              <a:off x="8137651" y="2406983"/>
              <a:ext cx="838245" cy="533400"/>
              <a:chOff x="8114582" y="2406983"/>
              <a:chExt cx="838245" cy="533400"/>
            </a:xfrm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9EA382D-7185-C557-8A1B-DFB7CE66225A}"/>
                  </a:ext>
                </a:extLst>
              </p:cNvPr>
              <p:cNvSpPr/>
              <p:nvPr/>
            </p:nvSpPr>
            <p:spPr>
              <a:xfrm>
                <a:off x="8670888" y="2596530"/>
                <a:ext cx="281939" cy="343852"/>
              </a:xfrm>
              <a:custGeom>
                <a:avLst/>
                <a:gdLst>
                  <a:gd name="csX0" fmla="*/ 279082 w 281939"/>
                  <a:gd name="csY0" fmla="*/ 313373 h 343852"/>
                  <a:gd name="csX1" fmla="*/ 88582 w 281939"/>
                  <a:gd name="csY1" fmla="*/ 8572 h 343852"/>
                  <a:gd name="csX2" fmla="*/ 72390 w 281939"/>
                  <a:gd name="csY2" fmla="*/ 0 h 343852"/>
                  <a:gd name="csX3" fmla="*/ 56198 w 281939"/>
                  <a:gd name="csY3" fmla="*/ 8572 h 343852"/>
                  <a:gd name="csX4" fmla="*/ 0 w 281939"/>
                  <a:gd name="csY4" fmla="*/ 98107 h 343852"/>
                  <a:gd name="csX5" fmla="*/ 120015 w 281939"/>
                  <a:gd name="csY5" fmla="*/ 292417 h 343852"/>
                  <a:gd name="csX6" fmla="*/ 125730 w 281939"/>
                  <a:gd name="csY6" fmla="*/ 343853 h 343852"/>
                  <a:gd name="csX7" fmla="*/ 260985 w 281939"/>
                  <a:gd name="csY7" fmla="*/ 343853 h 343852"/>
                  <a:gd name="csX8" fmla="*/ 279082 w 281939"/>
                  <a:gd name="csY8" fmla="*/ 333375 h 343852"/>
                  <a:gd name="csX9" fmla="*/ 279082 w 281939"/>
                  <a:gd name="csY9" fmla="*/ 313373 h 343852"/>
                  <a:gd name="csX10" fmla="*/ 279082 w 281939"/>
                  <a:gd name="csY10" fmla="*/ 313373 h 3438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81939" h="343852">
                    <a:moveTo>
                      <a:pt x="279082" y="313373"/>
                    </a:moveTo>
                    <a:lnTo>
                      <a:pt x="88582" y="8572"/>
                    </a:lnTo>
                    <a:cubicBezTo>
                      <a:pt x="84773" y="2857"/>
                      <a:pt x="79057" y="0"/>
                      <a:pt x="72390" y="0"/>
                    </a:cubicBezTo>
                    <a:cubicBezTo>
                      <a:pt x="65723" y="0"/>
                      <a:pt x="60007" y="3810"/>
                      <a:pt x="56198" y="8572"/>
                    </a:cubicBezTo>
                    <a:lnTo>
                      <a:pt x="0" y="98107"/>
                    </a:lnTo>
                    <a:lnTo>
                      <a:pt x="120015" y="292417"/>
                    </a:lnTo>
                    <a:cubicBezTo>
                      <a:pt x="130492" y="307657"/>
                      <a:pt x="132398" y="326707"/>
                      <a:pt x="125730" y="343853"/>
                    </a:cubicBezTo>
                    <a:lnTo>
                      <a:pt x="260985" y="343853"/>
                    </a:lnTo>
                    <a:cubicBezTo>
                      <a:pt x="268605" y="343853"/>
                      <a:pt x="275273" y="340042"/>
                      <a:pt x="279082" y="333375"/>
                    </a:cubicBezTo>
                    <a:cubicBezTo>
                      <a:pt x="282892" y="326707"/>
                      <a:pt x="282892" y="319088"/>
                      <a:pt x="279082" y="313373"/>
                    </a:cubicBezTo>
                    <a:lnTo>
                      <a:pt x="279082" y="313373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100F0E35-89F1-1D9C-3175-EB0ACD9D10D6}"/>
                  </a:ext>
                </a:extLst>
              </p:cNvPr>
              <p:cNvSpPr/>
              <p:nvPr/>
            </p:nvSpPr>
            <p:spPr>
              <a:xfrm>
                <a:off x="8114582" y="2406983"/>
                <a:ext cx="647790" cy="533400"/>
              </a:xfrm>
              <a:custGeom>
                <a:avLst/>
                <a:gdLst>
                  <a:gd name="csX0" fmla="*/ 372473 w 647790"/>
                  <a:gd name="csY0" fmla="*/ 220027 h 533400"/>
                  <a:gd name="csX1" fmla="*/ 323895 w 647790"/>
                  <a:gd name="csY1" fmla="*/ 263843 h 533400"/>
                  <a:gd name="csX2" fmla="*/ 275318 w 647790"/>
                  <a:gd name="csY2" fmla="*/ 220980 h 533400"/>
                  <a:gd name="csX3" fmla="*/ 183878 w 647790"/>
                  <a:gd name="csY3" fmla="*/ 276225 h 533400"/>
                  <a:gd name="csX4" fmla="*/ 323895 w 647790"/>
                  <a:gd name="csY4" fmla="*/ 47625 h 533400"/>
                  <a:gd name="csX5" fmla="*/ 463913 w 647790"/>
                  <a:gd name="csY5" fmla="*/ 276225 h 533400"/>
                  <a:gd name="csX6" fmla="*/ 372473 w 647790"/>
                  <a:gd name="csY6" fmla="*/ 220027 h 533400"/>
                  <a:gd name="csX7" fmla="*/ 643935 w 647790"/>
                  <a:gd name="csY7" fmla="*/ 502920 h 533400"/>
                  <a:gd name="csX8" fmla="*/ 340088 w 647790"/>
                  <a:gd name="csY8" fmla="*/ 8572 h 533400"/>
                  <a:gd name="csX9" fmla="*/ 323895 w 647790"/>
                  <a:gd name="csY9" fmla="*/ 0 h 533400"/>
                  <a:gd name="csX10" fmla="*/ 307703 w 647790"/>
                  <a:gd name="csY10" fmla="*/ 8572 h 533400"/>
                  <a:gd name="csX11" fmla="*/ 3855 w 647790"/>
                  <a:gd name="csY11" fmla="*/ 502920 h 533400"/>
                  <a:gd name="csX12" fmla="*/ 1950 w 647790"/>
                  <a:gd name="csY12" fmla="*/ 523875 h 533400"/>
                  <a:gd name="csX13" fmla="*/ 20048 w 647790"/>
                  <a:gd name="csY13" fmla="*/ 533400 h 533400"/>
                  <a:gd name="csX14" fmla="*/ 627743 w 647790"/>
                  <a:gd name="csY14" fmla="*/ 533400 h 533400"/>
                  <a:gd name="csX15" fmla="*/ 645840 w 647790"/>
                  <a:gd name="csY15" fmla="*/ 522923 h 533400"/>
                  <a:gd name="csX16" fmla="*/ 643935 w 647790"/>
                  <a:gd name="csY16" fmla="*/ 50292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647790" h="533400">
                    <a:moveTo>
                      <a:pt x="372473" y="220027"/>
                    </a:moveTo>
                    <a:lnTo>
                      <a:pt x="323895" y="263843"/>
                    </a:lnTo>
                    <a:lnTo>
                      <a:pt x="275318" y="220980"/>
                    </a:lnTo>
                    <a:lnTo>
                      <a:pt x="183878" y="276225"/>
                    </a:lnTo>
                    <a:lnTo>
                      <a:pt x="323895" y="47625"/>
                    </a:lnTo>
                    <a:lnTo>
                      <a:pt x="463913" y="276225"/>
                    </a:lnTo>
                    <a:lnTo>
                      <a:pt x="372473" y="220027"/>
                    </a:lnTo>
                    <a:close/>
                    <a:moveTo>
                      <a:pt x="643935" y="502920"/>
                    </a:moveTo>
                    <a:lnTo>
                      <a:pt x="340088" y="8572"/>
                    </a:lnTo>
                    <a:cubicBezTo>
                      <a:pt x="336278" y="3810"/>
                      <a:pt x="330563" y="0"/>
                      <a:pt x="323895" y="0"/>
                    </a:cubicBezTo>
                    <a:cubicBezTo>
                      <a:pt x="317228" y="0"/>
                      <a:pt x="311513" y="2857"/>
                      <a:pt x="307703" y="8572"/>
                    </a:cubicBezTo>
                    <a:lnTo>
                      <a:pt x="3855" y="502920"/>
                    </a:lnTo>
                    <a:cubicBezTo>
                      <a:pt x="-907" y="508635"/>
                      <a:pt x="-907" y="517208"/>
                      <a:pt x="1950" y="523875"/>
                    </a:cubicBezTo>
                    <a:cubicBezTo>
                      <a:pt x="5760" y="529590"/>
                      <a:pt x="12428" y="533400"/>
                      <a:pt x="20048" y="533400"/>
                    </a:cubicBezTo>
                    <a:lnTo>
                      <a:pt x="627743" y="533400"/>
                    </a:lnTo>
                    <a:cubicBezTo>
                      <a:pt x="635363" y="533400"/>
                      <a:pt x="642030" y="529590"/>
                      <a:pt x="645840" y="522923"/>
                    </a:cubicBezTo>
                    <a:cubicBezTo>
                      <a:pt x="648698" y="516255"/>
                      <a:pt x="648698" y="508635"/>
                      <a:pt x="643935" y="50292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dirty="0"/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A9BC3D9A-23A9-7287-A506-FC481B7E42E0}"/>
              </a:ext>
            </a:extLst>
          </p:cNvPr>
          <p:cNvGrpSpPr/>
          <p:nvPr/>
        </p:nvGrpSpPr>
        <p:grpSpPr>
          <a:xfrm>
            <a:off x="-87000" y="3429000"/>
            <a:ext cx="1440000" cy="1440000"/>
            <a:chOff x="633000" y="3429000"/>
            <a:chExt cx="1440000" cy="1440000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FB57D28-76FD-ACE6-5203-E3F5822C8FCF}"/>
                </a:ext>
              </a:extLst>
            </p:cNvPr>
            <p:cNvSpPr/>
            <p:nvPr/>
          </p:nvSpPr>
          <p:spPr>
            <a:xfrm>
              <a:off x="63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LANDMASS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664AA370-5FF4-1F9D-E43E-E6AA5DC65FC8}"/>
                </a:ext>
              </a:extLst>
            </p:cNvPr>
            <p:cNvGrpSpPr/>
            <p:nvPr/>
          </p:nvGrpSpPr>
          <p:grpSpPr>
            <a:xfrm>
              <a:off x="942106" y="3573000"/>
              <a:ext cx="815902" cy="900000"/>
              <a:chOff x="1018800" y="3644579"/>
              <a:chExt cx="762000" cy="840543"/>
            </a:xfrm>
            <a:solidFill>
              <a:schemeClr val="bg1"/>
            </a:solidFill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404EB232-48B4-358A-F9A7-1DF11D5A7FF5}"/>
                  </a:ext>
                </a:extLst>
              </p:cNvPr>
              <p:cNvSpPr/>
              <p:nvPr/>
            </p:nvSpPr>
            <p:spPr>
              <a:xfrm>
                <a:off x="1018800" y="4406922"/>
                <a:ext cx="762000" cy="78200"/>
              </a:xfrm>
              <a:custGeom>
                <a:avLst/>
                <a:gdLst>
                  <a:gd name="csX0" fmla="*/ 723900 w 762000"/>
                  <a:gd name="csY0" fmla="*/ 12097 h 78200"/>
                  <a:gd name="csX1" fmla="*/ 666750 w 762000"/>
                  <a:gd name="csY1" fmla="*/ 0 h 78200"/>
                  <a:gd name="csX2" fmla="*/ 666750 w 762000"/>
                  <a:gd name="csY2" fmla="*/ 0 h 78200"/>
                  <a:gd name="csX3" fmla="*/ 609600 w 762000"/>
                  <a:gd name="csY3" fmla="*/ 12097 h 78200"/>
                  <a:gd name="csX4" fmla="*/ 571500 w 762000"/>
                  <a:gd name="csY4" fmla="*/ 21050 h 78200"/>
                  <a:gd name="csX5" fmla="*/ 571500 w 762000"/>
                  <a:gd name="csY5" fmla="*/ 21050 h 78200"/>
                  <a:gd name="csX6" fmla="*/ 533400 w 762000"/>
                  <a:gd name="csY6" fmla="*/ 12097 h 78200"/>
                  <a:gd name="csX7" fmla="*/ 476250 w 762000"/>
                  <a:gd name="csY7" fmla="*/ 0 h 78200"/>
                  <a:gd name="csX8" fmla="*/ 476250 w 762000"/>
                  <a:gd name="csY8" fmla="*/ 0 h 78200"/>
                  <a:gd name="csX9" fmla="*/ 419100 w 762000"/>
                  <a:gd name="csY9" fmla="*/ 12097 h 78200"/>
                  <a:gd name="csX10" fmla="*/ 381000 w 762000"/>
                  <a:gd name="csY10" fmla="*/ 21050 h 78200"/>
                  <a:gd name="csX11" fmla="*/ 342900 w 762000"/>
                  <a:gd name="csY11" fmla="*/ 12097 h 78200"/>
                  <a:gd name="csX12" fmla="*/ 285750 w 762000"/>
                  <a:gd name="csY12" fmla="*/ 0 h 78200"/>
                  <a:gd name="csX13" fmla="*/ 285750 w 762000"/>
                  <a:gd name="csY13" fmla="*/ 0 h 78200"/>
                  <a:gd name="csX14" fmla="*/ 228600 w 762000"/>
                  <a:gd name="csY14" fmla="*/ 12097 h 78200"/>
                  <a:gd name="csX15" fmla="*/ 190500 w 762000"/>
                  <a:gd name="csY15" fmla="*/ 21050 h 78200"/>
                  <a:gd name="csX16" fmla="*/ 152400 w 762000"/>
                  <a:gd name="csY16" fmla="*/ 12097 h 78200"/>
                  <a:gd name="csX17" fmla="*/ 95250 w 762000"/>
                  <a:gd name="csY17" fmla="*/ 0 h 78200"/>
                  <a:gd name="csX18" fmla="*/ 95250 w 762000"/>
                  <a:gd name="csY18" fmla="*/ 0 h 78200"/>
                  <a:gd name="csX19" fmla="*/ 38100 w 762000"/>
                  <a:gd name="csY19" fmla="*/ 12097 h 78200"/>
                  <a:gd name="csX20" fmla="*/ 0 w 762000"/>
                  <a:gd name="csY20" fmla="*/ 21050 h 78200"/>
                  <a:gd name="csX21" fmla="*/ 0 w 762000"/>
                  <a:gd name="csY21" fmla="*/ 78200 h 78200"/>
                  <a:gd name="csX22" fmla="*/ 57150 w 762000"/>
                  <a:gd name="csY22" fmla="*/ 66104 h 78200"/>
                  <a:gd name="csX23" fmla="*/ 95250 w 762000"/>
                  <a:gd name="csY23" fmla="*/ 56579 h 78200"/>
                  <a:gd name="csX24" fmla="*/ 133350 w 762000"/>
                  <a:gd name="csY24" fmla="*/ 66104 h 78200"/>
                  <a:gd name="csX25" fmla="*/ 190500 w 762000"/>
                  <a:gd name="csY25" fmla="*/ 78200 h 78200"/>
                  <a:gd name="csX26" fmla="*/ 190500 w 762000"/>
                  <a:gd name="csY26" fmla="*/ 78200 h 78200"/>
                  <a:gd name="csX27" fmla="*/ 247650 w 762000"/>
                  <a:gd name="csY27" fmla="*/ 66104 h 78200"/>
                  <a:gd name="csX28" fmla="*/ 285750 w 762000"/>
                  <a:gd name="csY28" fmla="*/ 56579 h 78200"/>
                  <a:gd name="csX29" fmla="*/ 323850 w 762000"/>
                  <a:gd name="csY29" fmla="*/ 65532 h 78200"/>
                  <a:gd name="csX30" fmla="*/ 381000 w 762000"/>
                  <a:gd name="csY30" fmla="*/ 78200 h 78200"/>
                  <a:gd name="csX31" fmla="*/ 438150 w 762000"/>
                  <a:gd name="csY31" fmla="*/ 66104 h 78200"/>
                  <a:gd name="csX32" fmla="*/ 476250 w 762000"/>
                  <a:gd name="csY32" fmla="*/ 56579 h 78200"/>
                  <a:gd name="csX33" fmla="*/ 514350 w 762000"/>
                  <a:gd name="csY33" fmla="*/ 66104 h 78200"/>
                  <a:gd name="csX34" fmla="*/ 571500 w 762000"/>
                  <a:gd name="csY34" fmla="*/ 78200 h 78200"/>
                  <a:gd name="csX35" fmla="*/ 571500 w 762000"/>
                  <a:gd name="csY35" fmla="*/ 78200 h 78200"/>
                  <a:gd name="csX36" fmla="*/ 628650 w 762000"/>
                  <a:gd name="csY36" fmla="*/ 66104 h 78200"/>
                  <a:gd name="csX37" fmla="*/ 666750 w 762000"/>
                  <a:gd name="csY37" fmla="*/ 56579 h 78200"/>
                  <a:gd name="csX38" fmla="*/ 704850 w 762000"/>
                  <a:gd name="csY38" fmla="*/ 65532 h 78200"/>
                  <a:gd name="csX39" fmla="*/ 762000 w 762000"/>
                  <a:gd name="csY39" fmla="*/ 78200 h 78200"/>
                  <a:gd name="csX40" fmla="*/ 762000 w 762000"/>
                  <a:gd name="csY40" fmla="*/ 21050 h 78200"/>
                  <a:gd name="csX41" fmla="*/ 723900 w 762000"/>
                  <a:gd name="csY41" fmla="*/ 12097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75" y="4850"/>
                      <a:pt x="686349" y="759"/>
                      <a:pt x="666750" y="0"/>
                    </a:cubicBezTo>
                    <a:lnTo>
                      <a:pt x="666750" y="0"/>
                    </a:lnTo>
                    <a:cubicBezTo>
                      <a:pt x="647151" y="759"/>
                      <a:pt x="627825" y="4850"/>
                      <a:pt x="609600" y="12097"/>
                    </a:cubicBezTo>
                    <a:cubicBezTo>
                      <a:pt x="597467" y="17118"/>
                      <a:pt x="584600" y="20142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2"/>
                      <a:pt x="545533" y="17118"/>
                      <a:pt x="533400" y="12097"/>
                    </a:cubicBezTo>
                    <a:cubicBezTo>
                      <a:pt x="515175" y="4850"/>
                      <a:pt x="495849" y="759"/>
                      <a:pt x="476250" y="0"/>
                    </a:cubicBezTo>
                    <a:lnTo>
                      <a:pt x="476250" y="0"/>
                    </a:lnTo>
                    <a:cubicBezTo>
                      <a:pt x="456651" y="759"/>
                      <a:pt x="437325" y="4850"/>
                      <a:pt x="419100" y="12097"/>
                    </a:cubicBezTo>
                    <a:cubicBezTo>
                      <a:pt x="406967" y="17118"/>
                      <a:pt x="394100" y="20142"/>
                      <a:pt x="381000" y="21050"/>
                    </a:cubicBezTo>
                    <a:cubicBezTo>
                      <a:pt x="367900" y="20142"/>
                      <a:pt x="355033" y="17118"/>
                      <a:pt x="342900" y="12097"/>
                    </a:cubicBezTo>
                    <a:cubicBezTo>
                      <a:pt x="324675" y="4850"/>
                      <a:pt x="305349" y="759"/>
                      <a:pt x="285750" y="0"/>
                    </a:cubicBezTo>
                    <a:lnTo>
                      <a:pt x="285750" y="0"/>
                    </a:lnTo>
                    <a:cubicBezTo>
                      <a:pt x="266151" y="759"/>
                      <a:pt x="246825" y="4850"/>
                      <a:pt x="228600" y="12097"/>
                    </a:cubicBezTo>
                    <a:cubicBezTo>
                      <a:pt x="216466" y="17118"/>
                      <a:pt x="203600" y="20142"/>
                      <a:pt x="190500" y="21050"/>
                    </a:cubicBezTo>
                    <a:cubicBezTo>
                      <a:pt x="177400" y="20142"/>
                      <a:pt x="164534" y="17118"/>
                      <a:pt x="152400" y="12097"/>
                    </a:cubicBezTo>
                    <a:cubicBezTo>
                      <a:pt x="134175" y="4850"/>
                      <a:pt x="114849" y="759"/>
                      <a:pt x="95250" y="0"/>
                    </a:cubicBezTo>
                    <a:lnTo>
                      <a:pt x="95250" y="0"/>
                    </a:lnTo>
                    <a:cubicBezTo>
                      <a:pt x="75651" y="759"/>
                      <a:pt x="56325" y="4850"/>
                      <a:pt x="38100" y="12097"/>
                    </a:cubicBezTo>
                    <a:cubicBezTo>
                      <a:pt x="25966" y="17118"/>
                      <a:pt x="13100" y="20142"/>
                      <a:pt x="0" y="21050"/>
                    </a:cubicBezTo>
                    <a:lnTo>
                      <a:pt x="0" y="78200"/>
                    </a:lnTo>
                    <a:cubicBezTo>
                      <a:pt x="19599" y="77441"/>
                      <a:pt x="38925" y="73350"/>
                      <a:pt x="57150" y="66104"/>
                    </a:cubicBezTo>
                    <a:cubicBezTo>
                      <a:pt x="69251" y="60888"/>
                      <a:pt x="82118" y="57670"/>
                      <a:pt x="95250" y="56579"/>
                    </a:cubicBezTo>
                    <a:cubicBezTo>
                      <a:pt x="108382" y="57670"/>
                      <a:pt x="121249" y="60888"/>
                      <a:pt x="133350" y="66104"/>
                    </a:cubicBezTo>
                    <a:cubicBezTo>
                      <a:pt x="151575" y="73350"/>
                      <a:pt x="170901" y="77441"/>
                      <a:pt x="190500" y="78200"/>
                    </a:cubicBezTo>
                    <a:lnTo>
                      <a:pt x="190500" y="78200"/>
                    </a:lnTo>
                    <a:cubicBezTo>
                      <a:pt x="210099" y="77441"/>
                      <a:pt x="229425" y="73350"/>
                      <a:pt x="247650" y="66104"/>
                    </a:cubicBezTo>
                    <a:cubicBezTo>
                      <a:pt x="259751" y="60888"/>
                      <a:pt x="272618" y="57670"/>
                      <a:pt x="285750" y="56579"/>
                    </a:cubicBezTo>
                    <a:cubicBezTo>
                      <a:pt x="298850" y="57487"/>
                      <a:pt x="311717" y="60510"/>
                      <a:pt x="323850" y="65532"/>
                    </a:cubicBezTo>
                    <a:cubicBezTo>
                      <a:pt x="342028" y="73018"/>
                      <a:pt x="361362" y="77304"/>
                      <a:pt x="381000" y="78200"/>
                    </a:cubicBezTo>
                    <a:cubicBezTo>
                      <a:pt x="400599" y="77441"/>
                      <a:pt x="419925" y="73350"/>
                      <a:pt x="438150" y="66104"/>
                    </a:cubicBezTo>
                    <a:cubicBezTo>
                      <a:pt x="450251" y="60888"/>
                      <a:pt x="463118" y="57671"/>
                      <a:pt x="476250" y="56579"/>
                    </a:cubicBezTo>
                    <a:cubicBezTo>
                      <a:pt x="489382" y="57671"/>
                      <a:pt x="502249" y="60888"/>
                      <a:pt x="514350" y="66104"/>
                    </a:cubicBezTo>
                    <a:cubicBezTo>
                      <a:pt x="532575" y="73350"/>
                      <a:pt x="551901" y="77441"/>
                      <a:pt x="571500" y="78200"/>
                    </a:cubicBezTo>
                    <a:lnTo>
                      <a:pt x="571500" y="78200"/>
                    </a:lnTo>
                    <a:cubicBezTo>
                      <a:pt x="591099" y="77441"/>
                      <a:pt x="610425" y="73350"/>
                      <a:pt x="628650" y="66104"/>
                    </a:cubicBezTo>
                    <a:cubicBezTo>
                      <a:pt x="640751" y="60888"/>
                      <a:pt x="653618" y="57670"/>
                      <a:pt x="666750" y="56579"/>
                    </a:cubicBezTo>
                    <a:cubicBezTo>
                      <a:pt x="679850" y="57487"/>
                      <a:pt x="692717" y="60510"/>
                      <a:pt x="704850" y="65532"/>
                    </a:cubicBezTo>
                    <a:cubicBezTo>
                      <a:pt x="723028" y="73018"/>
                      <a:pt x="742362" y="77304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42"/>
                      <a:pt x="736033" y="17118"/>
                      <a:pt x="723900" y="120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53DBAAA-D61D-C64E-4CEA-1BCA2F3E806F}"/>
                  </a:ext>
                </a:extLst>
              </p:cNvPr>
              <p:cNvSpPr/>
              <p:nvPr/>
            </p:nvSpPr>
            <p:spPr>
              <a:xfrm>
                <a:off x="1104525" y="3644579"/>
                <a:ext cx="579024" cy="606990"/>
              </a:xfrm>
              <a:custGeom>
                <a:avLst/>
                <a:gdLst>
                  <a:gd name="csX0" fmla="*/ 307753 w 579024"/>
                  <a:gd name="csY0" fmla="*/ 187891 h 606990"/>
                  <a:gd name="csX1" fmla="*/ 328100 w 579024"/>
                  <a:gd name="csY1" fmla="*/ 217384 h 606990"/>
                  <a:gd name="csX2" fmla="*/ 354616 w 579024"/>
                  <a:gd name="csY2" fmla="*/ 205131 h 606990"/>
                  <a:gd name="csX3" fmla="*/ 354616 w 579024"/>
                  <a:gd name="csY3" fmla="*/ 205131 h 606990"/>
                  <a:gd name="csX4" fmla="*/ 355378 w 579024"/>
                  <a:gd name="csY4" fmla="*/ 487071 h 606990"/>
                  <a:gd name="csX5" fmla="*/ 355378 w 579024"/>
                  <a:gd name="csY5" fmla="*/ 487071 h 606990"/>
                  <a:gd name="csX6" fmla="*/ 201359 w 579024"/>
                  <a:gd name="csY6" fmla="*/ 522218 h 606990"/>
                  <a:gd name="csX7" fmla="*/ 201359 w 579024"/>
                  <a:gd name="csY7" fmla="*/ 522218 h 606990"/>
                  <a:gd name="csX8" fmla="*/ 184880 w 579024"/>
                  <a:gd name="csY8" fmla="*/ 522218 h 606990"/>
                  <a:gd name="csX9" fmla="*/ 184880 w 579024"/>
                  <a:gd name="csY9" fmla="*/ 522218 h 606990"/>
                  <a:gd name="csX10" fmla="*/ 162877 w 579024"/>
                  <a:gd name="csY10" fmla="*/ 359150 h 606990"/>
                  <a:gd name="csX11" fmla="*/ 162877 w 579024"/>
                  <a:gd name="csY11" fmla="*/ 359150 h 606990"/>
                  <a:gd name="csX12" fmla="*/ 184002 w 579024"/>
                  <a:gd name="csY12" fmla="*/ 361743 h 606990"/>
                  <a:gd name="csX13" fmla="*/ 189643 w 579024"/>
                  <a:gd name="csY13" fmla="*/ 347815 h 606990"/>
                  <a:gd name="csX14" fmla="*/ 189071 w 579024"/>
                  <a:gd name="csY14" fmla="*/ 345244 h 606990"/>
                  <a:gd name="csX15" fmla="*/ 189071 w 579024"/>
                  <a:gd name="csY15" fmla="*/ 345244 h 606990"/>
                  <a:gd name="csX16" fmla="*/ 220218 w 579024"/>
                  <a:gd name="csY16" fmla="*/ 397536 h 606990"/>
                  <a:gd name="csX17" fmla="*/ 225114 w 579024"/>
                  <a:gd name="csY17" fmla="*/ 398471 h 606990"/>
                  <a:gd name="csX18" fmla="*/ 226504 w 579024"/>
                  <a:gd name="csY18" fmla="*/ 396583 h 606990"/>
                  <a:gd name="csX19" fmla="*/ 220980 w 579024"/>
                  <a:gd name="csY19" fmla="*/ 328194 h 606990"/>
                  <a:gd name="csX20" fmla="*/ 192405 w 579024"/>
                  <a:gd name="csY20" fmla="*/ 306858 h 606990"/>
                  <a:gd name="csX21" fmla="*/ 192405 w 579024"/>
                  <a:gd name="csY21" fmla="*/ 306858 h 606990"/>
                  <a:gd name="csX22" fmla="*/ 274415 w 579024"/>
                  <a:gd name="csY22" fmla="*/ 336481 h 606990"/>
                  <a:gd name="csX23" fmla="*/ 279491 w 579024"/>
                  <a:gd name="csY23" fmla="*/ 335125 h 606990"/>
                  <a:gd name="csX24" fmla="*/ 279559 w 579024"/>
                  <a:gd name="csY24" fmla="*/ 331528 h 606990"/>
                  <a:gd name="csX25" fmla="*/ 221075 w 579024"/>
                  <a:gd name="csY25" fmla="*/ 271234 h 606990"/>
                  <a:gd name="csX26" fmla="*/ 161068 w 579024"/>
                  <a:gd name="csY26" fmla="*/ 299809 h 606990"/>
                  <a:gd name="csX27" fmla="*/ 160126 w 579024"/>
                  <a:gd name="csY27" fmla="*/ 299840 h 606990"/>
                  <a:gd name="csX28" fmla="*/ 159925 w 579024"/>
                  <a:gd name="csY28" fmla="*/ 299238 h 606990"/>
                  <a:gd name="csX29" fmla="*/ 141542 w 579024"/>
                  <a:gd name="csY29" fmla="*/ 247612 h 606990"/>
                  <a:gd name="csX30" fmla="*/ 72295 w 579024"/>
                  <a:gd name="csY30" fmla="*/ 250946 h 606990"/>
                  <a:gd name="csX31" fmla="*/ 69512 w 579024"/>
                  <a:gd name="csY31" fmla="*/ 255402 h 606990"/>
                  <a:gd name="csX32" fmla="*/ 72295 w 579024"/>
                  <a:gd name="csY32" fmla="*/ 258185 h 606990"/>
                  <a:gd name="csX33" fmla="*/ 128397 w 579024"/>
                  <a:gd name="csY33" fmla="*/ 282569 h 606990"/>
                  <a:gd name="csX34" fmla="*/ 128397 w 579024"/>
                  <a:gd name="csY34" fmla="*/ 282569 h 606990"/>
                  <a:gd name="csX35" fmla="*/ 71247 w 579024"/>
                  <a:gd name="csY35" fmla="*/ 287903 h 606990"/>
                  <a:gd name="csX36" fmla="*/ 39624 w 579024"/>
                  <a:gd name="csY36" fmla="*/ 343529 h 606990"/>
                  <a:gd name="csX37" fmla="*/ 41659 w 579024"/>
                  <a:gd name="csY37" fmla="*/ 348372 h 606990"/>
                  <a:gd name="csX38" fmla="*/ 45720 w 579024"/>
                  <a:gd name="csY38" fmla="*/ 347530 h 606990"/>
                  <a:gd name="csX39" fmla="*/ 101822 w 579024"/>
                  <a:gd name="csY39" fmla="*/ 314192 h 606990"/>
                  <a:gd name="csX40" fmla="*/ 101822 w 579024"/>
                  <a:gd name="csY40" fmla="*/ 314192 h 606990"/>
                  <a:gd name="csX41" fmla="*/ 82772 w 579024"/>
                  <a:gd name="csY41" fmla="*/ 339433 h 606990"/>
                  <a:gd name="csX42" fmla="*/ 84296 w 579024"/>
                  <a:gd name="csY42" fmla="*/ 396583 h 606990"/>
                  <a:gd name="csX43" fmla="*/ 88997 w 579024"/>
                  <a:gd name="csY43" fmla="*/ 399217 h 606990"/>
                  <a:gd name="csX44" fmla="*/ 91631 w 579024"/>
                  <a:gd name="csY44" fmla="*/ 396583 h 606990"/>
                  <a:gd name="csX45" fmla="*/ 115253 w 579024"/>
                  <a:gd name="csY45" fmla="*/ 348958 h 606990"/>
                  <a:gd name="csX46" fmla="*/ 115253 w 579024"/>
                  <a:gd name="csY46" fmla="*/ 348958 h 606990"/>
                  <a:gd name="csX47" fmla="*/ 114300 w 579024"/>
                  <a:gd name="csY47" fmla="*/ 354769 h 606990"/>
                  <a:gd name="csX48" fmla="*/ 131249 w 579024"/>
                  <a:gd name="csY48" fmla="*/ 367642 h 606990"/>
                  <a:gd name="csX49" fmla="*/ 131350 w 579024"/>
                  <a:gd name="csY49" fmla="*/ 367627 h 606990"/>
                  <a:gd name="csX50" fmla="*/ 140018 w 579024"/>
                  <a:gd name="csY50" fmla="*/ 363151 h 606990"/>
                  <a:gd name="csX51" fmla="*/ 140018 w 579024"/>
                  <a:gd name="csY51" fmla="*/ 363151 h 606990"/>
                  <a:gd name="csX52" fmla="*/ 147638 w 579024"/>
                  <a:gd name="csY52" fmla="*/ 523837 h 606990"/>
                  <a:gd name="csX53" fmla="*/ 147638 w 579024"/>
                  <a:gd name="csY53" fmla="*/ 523837 h 606990"/>
                  <a:gd name="csX54" fmla="*/ 0 w 579024"/>
                  <a:gd name="csY54" fmla="*/ 586702 h 606990"/>
                  <a:gd name="csX55" fmla="*/ 9525 w 579024"/>
                  <a:gd name="csY55" fmla="*/ 585940 h 606990"/>
                  <a:gd name="csX56" fmla="*/ 66675 w 579024"/>
                  <a:gd name="csY56" fmla="*/ 598037 h 606990"/>
                  <a:gd name="csX57" fmla="*/ 104775 w 579024"/>
                  <a:gd name="csY57" fmla="*/ 606991 h 606990"/>
                  <a:gd name="csX58" fmla="*/ 104775 w 579024"/>
                  <a:gd name="csY58" fmla="*/ 606991 h 606990"/>
                  <a:gd name="csX59" fmla="*/ 142875 w 579024"/>
                  <a:gd name="csY59" fmla="*/ 598037 h 606990"/>
                  <a:gd name="csX60" fmla="*/ 200025 w 579024"/>
                  <a:gd name="csY60" fmla="*/ 585940 h 606990"/>
                  <a:gd name="csX61" fmla="*/ 200025 w 579024"/>
                  <a:gd name="csY61" fmla="*/ 585940 h 606990"/>
                  <a:gd name="csX62" fmla="*/ 257175 w 579024"/>
                  <a:gd name="csY62" fmla="*/ 598037 h 606990"/>
                  <a:gd name="csX63" fmla="*/ 295275 w 579024"/>
                  <a:gd name="csY63" fmla="*/ 606991 h 606990"/>
                  <a:gd name="csX64" fmla="*/ 295275 w 579024"/>
                  <a:gd name="csY64" fmla="*/ 606991 h 606990"/>
                  <a:gd name="csX65" fmla="*/ 333375 w 579024"/>
                  <a:gd name="csY65" fmla="*/ 598037 h 606990"/>
                  <a:gd name="csX66" fmla="*/ 390525 w 579024"/>
                  <a:gd name="csY66" fmla="*/ 585940 h 606990"/>
                  <a:gd name="csX67" fmla="*/ 390525 w 579024"/>
                  <a:gd name="csY67" fmla="*/ 585940 h 606990"/>
                  <a:gd name="csX68" fmla="*/ 447675 w 579024"/>
                  <a:gd name="csY68" fmla="*/ 598037 h 606990"/>
                  <a:gd name="csX69" fmla="*/ 485775 w 579024"/>
                  <a:gd name="csY69" fmla="*/ 606991 h 606990"/>
                  <a:gd name="csX70" fmla="*/ 485775 w 579024"/>
                  <a:gd name="csY70" fmla="*/ 606991 h 606990"/>
                  <a:gd name="csX71" fmla="*/ 523875 w 579024"/>
                  <a:gd name="csY71" fmla="*/ 598037 h 606990"/>
                  <a:gd name="csX72" fmla="*/ 579025 w 579024"/>
                  <a:gd name="csY72" fmla="*/ 586131 h 606990"/>
                  <a:gd name="csX73" fmla="*/ 579025 w 579024"/>
                  <a:gd name="csY73" fmla="*/ 586131 h 606990"/>
                  <a:gd name="csX74" fmla="*/ 418529 w 579024"/>
                  <a:gd name="csY74" fmla="*/ 490881 h 606990"/>
                  <a:gd name="csX75" fmla="*/ 418529 w 579024"/>
                  <a:gd name="csY75" fmla="*/ 490881 h 606990"/>
                  <a:gd name="csX76" fmla="*/ 393097 w 579024"/>
                  <a:gd name="csY76" fmla="*/ 205798 h 606990"/>
                  <a:gd name="csX77" fmla="*/ 393097 w 579024"/>
                  <a:gd name="csY77" fmla="*/ 205798 h 606990"/>
                  <a:gd name="csX78" fmla="*/ 412147 w 579024"/>
                  <a:gd name="csY78" fmla="*/ 211036 h 606990"/>
                  <a:gd name="csX79" fmla="*/ 430530 w 579024"/>
                  <a:gd name="csY79" fmla="*/ 197701 h 606990"/>
                  <a:gd name="csX80" fmla="*/ 432149 w 579024"/>
                  <a:gd name="csY80" fmla="*/ 177318 h 606990"/>
                  <a:gd name="csX81" fmla="*/ 432149 w 579024"/>
                  <a:gd name="csY81" fmla="*/ 177318 h 606990"/>
                  <a:gd name="csX82" fmla="*/ 483108 w 579024"/>
                  <a:gd name="csY82" fmla="*/ 251803 h 606990"/>
                  <a:gd name="csX83" fmla="*/ 491505 w 579024"/>
                  <a:gd name="csY83" fmla="*/ 255111 h 606990"/>
                  <a:gd name="csX84" fmla="*/ 495300 w 579024"/>
                  <a:gd name="csY84" fmla="*/ 249994 h 606990"/>
                  <a:gd name="csX85" fmla="*/ 484251 w 579024"/>
                  <a:gd name="csY85" fmla="*/ 154172 h 606990"/>
                  <a:gd name="csX86" fmla="*/ 447675 w 579024"/>
                  <a:gd name="csY86" fmla="*/ 117882 h 606990"/>
                  <a:gd name="csX87" fmla="*/ 447675 w 579024"/>
                  <a:gd name="csY87" fmla="*/ 117120 h 606990"/>
                  <a:gd name="csX88" fmla="*/ 547021 w 579024"/>
                  <a:gd name="csY88" fmla="*/ 159030 h 606990"/>
                  <a:gd name="csX89" fmla="*/ 555979 w 579024"/>
                  <a:gd name="csY89" fmla="*/ 157929 h 606990"/>
                  <a:gd name="csX90" fmla="*/ 556546 w 579024"/>
                  <a:gd name="csY90" fmla="*/ 150934 h 606990"/>
                  <a:gd name="csX91" fmla="*/ 490823 w 579024"/>
                  <a:gd name="csY91" fmla="*/ 65875 h 606990"/>
                  <a:gd name="csX92" fmla="*/ 390716 w 579024"/>
                  <a:gd name="csY92" fmla="*/ 73400 h 606990"/>
                  <a:gd name="csX93" fmla="*/ 390716 w 579024"/>
                  <a:gd name="csY93" fmla="*/ 73400 h 606990"/>
                  <a:gd name="csX94" fmla="*/ 481584 w 579024"/>
                  <a:gd name="csY94" fmla="*/ 16822 h 606990"/>
                  <a:gd name="csX95" fmla="*/ 485224 w 579024"/>
                  <a:gd name="csY95" fmla="*/ 8710 h 606990"/>
                  <a:gd name="csX96" fmla="*/ 480250 w 579024"/>
                  <a:gd name="csY96" fmla="*/ 4725 h 606990"/>
                  <a:gd name="csX97" fmla="*/ 364331 w 579024"/>
                  <a:gd name="csY97" fmla="*/ 15202 h 606990"/>
                  <a:gd name="csX98" fmla="*/ 346520 w 579024"/>
                  <a:gd name="csY98" fmla="*/ 107119 h 606990"/>
                  <a:gd name="csX99" fmla="*/ 346377 w 579024"/>
                  <a:gd name="csY99" fmla="*/ 107928 h 606990"/>
                  <a:gd name="csX100" fmla="*/ 345567 w 579024"/>
                  <a:gd name="csY100" fmla="*/ 107785 h 606990"/>
                  <a:gd name="csX101" fmla="*/ 237553 w 579024"/>
                  <a:gd name="csY101" fmla="*/ 72638 h 606990"/>
                  <a:gd name="csX102" fmla="*/ 154496 w 579024"/>
                  <a:gd name="csY102" fmla="*/ 186938 h 606990"/>
                  <a:gd name="csX103" fmla="*/ 158674 w 579024"/>
                  <a:gd name="csY103" fmla="*/ 194786 h 606990"/>
                  <a:gd name="csX104" fmla="*/ 164021 w 579024"/>
                  <a:gd name="csY104" fmla="*/ 193987 h 606990"/>
                  <a:gd name="csX105" fmla="*/ 292513 w 579024"/>
                  <a:gd name="csY105" fmla="*/ 125692 h 606990"/>
                  <a:gd name="csX106" fmla="*/ 292513 w 579024"/>
                  <a:gd name="csY106" fmla="*/ 126264 h 606990"/>
                  <a:gd name="csX107" fmla="*/ 249841 w 579024"/>
                  <a:gd name="csY107" fmla="*/ 168079 h 606990"/>
                  <a:gd name="csX108" fmla="*/ 256603 w 579024"/>
                  <a:gd name="csY108" fmla="*/ 282379 h 606990"/>
                  <a:gd name="csX109" fmla="*/ 264648 w 579024"/>
                  <a:gd name="csY109" fmla="*/ 285478 h 606990"/>
                  <a:gd name="csX110" fmla="*/ 267748 w 579024"/>
                  <a:gd name="csY110" fmla="*/ 282379 h 606990"/>
                  <a:gd name="csX111" fmla="*/ 307276 w 579024"/>
                  <a:gd name="csY111" fmla="*/ 188367 h 6069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</a:cxnLst>
                <a:rect l="l" t="t" r="r" b="b"/>
                <a:pathLst>
                  <a:path w="579024" h="606990">
                    <a:moveTo>
                      <a:pt x="307753" y="187891"/>
                    </a:moveTo>
                    <a:cubicBezTo>
                      <a:pt x="305227" y="201653"/>
                      <a:pt x="314337" y="214859"/>
                      <a:pt x="328100" y="217384"/>
                    </a:cubicBezTo>
                    <a:cubicBezTo>
                      <a:pt x="338640" y="219318"/>
                      <a:pt x="349258" y="214412"/>
                      <a:pt x="354616" y="205131"/>
                    </a:cubicBezTo>
                    <a:lnTo>
                      <a:pt x="354616" y="205131"/>
                    </a:lnTo>
                    <a:cubicBezTo>
                      <a:pt x="376047" y="307334"/>
                      <a:pt x="367760" y="411823"/>
                      <a:pt x="355378" y="487071"/>
                    </a:cubicBezTo>
                    <a:lnTo>
                      <a:pt x="355378" y="487071"/>
                    </a:lnTo>
                    <a:cubicBezTo>
                      <a:pt x="302383" y="489728"/>
                      <a:pt x="250260" y="501622"/>
                      <a:pt x="201359" y="522218"/>
                    </a:cubicBezTo>
                    <a:lnTo>
                      <a:pt x="201359" y="522218"/>
                    </a:lnTo>
                    <a:cubicBezTo>
                      <a:pt x="201359" y="522218"/>
                      <a:pt x="195072" y="522218"/>
                      <a:pt x="184880" y="522218"/>
                    </a:cubicBezTo>
                    <a:lnTo>
                      <a:pt x="184880" y="522218"/>
                    </a:lnTo>
                    <a:cubicBezTo>
                      <a:pt x="167927" y="469598"/>
                      <a:pt x="160476" y="414381"/>
                      <a:pt x="162877" y="359150"/>
                    </a:cubicBezTo>
                    <a:lnTo>
                      <a:pt x="162877" y="359150"/>
                    </a:lnTo>
                    <a:cubicBezTo>
                      <a:pt x="167995" y="365699"/>
                      <a:pt x="177453" y="366861"/>
                      <a:pt x="184002" y="361743"/>
                    </a:cubicBezTo>
                    <a:cubicBezTo>
                      <a:pt x="188231" y="358438"/>
                      <a:pt x="190380" y="353131"/>
                      <a:pt x="189643" y="347815"/>
                    </a:cubicBezTo>
                    <a:cubicBezTo>
                      <a:pt x="189554" y="346939"/>
                      <a:pt x="189362" y="346075"/>
                      <a:pt x="189071" y="345244"/>
                    </a:cubicBezTo>
                    <a:lnTo>
                      <a:pt x="189071" y="345244"/>
                    </a:lnTo>
                    <a:cubicBezTo>
                      <a:pt x="208693" y="366484"/>
                      <a:pt x="213741" y="387630"/>
                      <a:pt x="220218" y="397536"/>
                    </a:cubicBezTo>
                    <a:cubicBezTo>
                      <a:pt x="221311" y="399145"/>
                      <a:pt x="223503" y="399565"/>
                      <a:pt x="225114" y="398471"/>
                    </a:cubicBezTo>
                    <a:cubicBezTo>
                      <a:pt x="225779" y="398019"/>
                      <a:pt x="226270" y="397353"/>
                      <a:pt x="226504" y="396583"/>
                    </a:cubicBezTo>
                    <a:cubicBezTo>
                      <a:pt x="233712" y="373945"/>
                      <a:pt x="231728" y="349381"/>
                      <a:pt x="220980" y="328194"/>
                    </a:cubicBezTo>
                    <a:cubicBezTo>
                      <a:pt x="214577" y="317650"/>
                      <a:pt x="204334" y="310001"/>
                      <a:pt x="192405" y="306858"/>
                    </a:cubicBezTo>
                    <a:lnTo>
                      <a:pt x="192405" y="306858"/>
                    </a:lnTo>
                    <a:cubicBezTo>
                      <a:pt x="221171" y="312204"/>
                      <a:pt x="248872" y="322210"/>
                      <a:pt x="274415" y="336481"/>
                    </a:cubicBezTo>
                    <a:cubicBezTo>
                      <a:pt x="276191" y="337508"/>
                      <a:pt x="278463" y="336902"/>
                      <a:pt x="279491" y="335125"/>
                    </a:cubicBezTo>
                    <a:cubicBezTo>
                      <a:pt x="280131" y="334017"/>
                      <a:pt x="280157" y="332658"/>
                      <a:pt x="279559" y="331528"/>
                    </a:cubicBezTo>
                    <a:cubicBezTo>
                      <a:pt x="270605" y="313144"/>
                      <a:pt x="249650" y="277330"/>
                      <a:pt x="221075" y="271234"/>
                    </a:cubicBezTo>
                    <a:cubicBezTo>
                      <a:pt x="192500" y="265138"/>
                      <a:pt x="168212" y="291999"/>
                      <a:pt x="161068" y="299809"/>
                    </a:cubicBezTo>
                    <a:cubicBezTo>
                      <a:pt x="160816" y="300078"/>
                      <a:pt x="160394" y="300091"/>
                      <a:pt x="160126" y="299840"/>
                    </a:cubicBezTo>
                    <a:cubicBezTo>
                      <a:pt x="159961" y="299685"/>
                      <a:pt x="159886" y="299460"/>
                      <a:pt x="159925" y="299238"/>
                    </a:cubicBezTo>
                    <a:cubicBezTo>
                      <a:pt x="166994" y="279848"/>
                      <a:pt x="159275" y="258171"/>
                      <a:pt x="141542" y="247612"/>
                    </a:cubicBezTo>
                    <a:cubicBezTo>
                      <a:pt x="124206" y="237516"/>
                      <a:pt x="90869" y="245231"/>
                      <a:pt x="72295" y="250946"/>
                    </a:cubicBezTo>
                    <a:cubicBezTo>
                      <a:pt x="70295" y="251408"/>
                      <a:pt x="69050" y="253403"/>
                      <a:pt x="69512" y="255402"/>
                    </a:cubicBezTo>
                    <a:cubicBezTo>
                      <a:pt x="69831" y="256785"/>
                      <a:pt x="70911" y="257866"/>
                      <a:pt x="72295" y="258185"/>
                    </a:cubicBezTo>
                    <a:cubicBezTo>
                      <a:pt x="92212" y="263163"/>
                      <a:pt x="111169" y="271403"/>
                      <a:pt x="128397" y="282569"/>
                    </a:cubicBezTo>
                    <a:lnTo>
                      <a:pt x="128397" y="282569"/>
                    </a:lnTo>
                    <a:cubicBezTo>
                      <a:pt x="110007" y="272695"/>
                      <a:pt x="87492" y="274797"/>
                      <a:pt x="71247" y="287903"/>
                    </a:cubicBezTo>
                    <a:cubicBezTo>
                      <a:pt x="56007" y="299619"/>
                      <a:pt x="45148" y="326765"/>
                      <a:pt x="39624" y="343529"/>
                    </a:cubicBezTo>
                    <a:cubicBezTo>
                      <a:pt x="38849" y="345428"/>
                      <a:pt x="39759" y="347597"/>
                      <a:pt x="41659" y="348372"/>
                    </a:cubicBezTo>
                    <a:cubicBezTo>
                      <a:pt x="43058" y="348944"/>
                      <a:pt x="44664" y="348611"/>
                      <a:pt x="45720" y="347530"/>
                    </a:cubicBezTo>
                    <a:cubicBezTo>
                      <a:pt x="61978" y="332744"/>
                      <a:pt x="81063" y="321403"/>
                      <a:pt x="101822" y="314192"/>
                    </a:cubicBezTo>
                    <a:lnTo>
                      <a:pt x="101822" y="314192"/>
                    </a:lnTo>
                    <a:cubicBezTo>
                      <a:pt x="93033" y="320452"/>
                      <a:pt x="86381" y="329264"/>
                      <a:pt x="82772" y="339433"/>
                    </a:cubicBezTo>
                    <a:cubicBezTo>
                      <a:pt x="76009" y="356674"/>
                      <a:pt x="80296" y="381439"/>
                      <a:pt x="84296" y="396583"/>
                    </a:cubicBezTo>
                    <a:cubicBezTo>
                      <a:pt x="84867" y="398608"/>
                      <a:pt x="86972" y="399787"/>
                      <a:pt x="88997" y="399217"/>
                    </a:cubicBezTo>
                    <a:cubicBezTo>
                      <a:pt x="90273" y="398857"/>
                      <a:pt x="91270" y="397860"/>
                      <a:pt x="91631" y="396583"/>
                    </a:cubicBezTo>
                    <a:cubicBezTo>
                      <a:pt x="96274" y="379301"/>
                      <a:pt x="104304" y="363113"/>
                      <a:pt x="115253" y="348958"/>
                    </a:cubicBezTo>
                    <a:lnTo>
                      <a:pt x="115253" y="348958"/>
                    </a:lnTo>
                    <a:cubicBezTo>
                      <a:pt x="114521" y="350804"/>
                      <a:pt x="114196" y="352785"/>
                      <a:pt x="114300" y="354769"/>
                    </a:cubicBezTo>
                    <a:cubicBezTo>
                      <a:pt x="115426" y="363004"/>
                      <a:pt x="123013" y="368767"/>
                      <a:pt x="131249" y="367642"/>
                    </a:cubicBezTo>
                    <a:cubicBezTo>
                      <a:pt x="131282" y="367637"/>
                      <a:pt x="131316" y="367632"/>
                      <a:pt x="131350" y="367627"/>
                    </a:cubicBezTo>
                    <a:cubicBezTo>
                      <a:pt x="134651" y="367125"/>
                      <a:pt x="137697" y="365552"/>
                      <a:pt x="140018" y="363151"/>
                    </a:cubicBezTo>
                    <a:lnTo>
                      <a:pt x="140018" y="363151"/>
                    </a:lnTo>
                    <a:cubicBezTo>
                      <a:pt x="137998" y="416832"/>
                      <a:pt x="140548" y="470588"/>
                      <a:pt x="147638" y="523837"/>
                    </a:cubicBezTo>
                    <a:lnTo>
                      <a:pt x="147638" y="523837"/>
                    </a:lnTo>
                    <a:cubicBezTo>
                      <a:pt x="95250" y="527743"/>
                      <a:pt x="19717" y="541649"/>
                      <a:pt x="0" y="586702"/>
                    </a:cubicBezTo>
                    <a:lnTo>
                      <a:pt x="9525" y="585940"/>
                    </a:lnTo>
                    <a:cubicBezTo>
                      <a:pt x="29124" y="586699"/>
                      <a:pt x="48450" y="590790"/>
                      <a:pt x="66675" y="598037"/>
                    </a:cubicBezTo>
                    <a:cubicBezTo>
                      <a:pt x="78794" y="603104"/>
                      <a:pt x="91668" y="606129"/>
                      <a:pt x="104775" y="606991"/>
                    </a:cubicBezTo>
                    <a:lnTo>
                      <a:pt x="104775" y="606991"/>
                    </a:lnTo>
                    <a:cubicBezTo>
                      <a:pt x="117882" y="606129"/>
                      <a:pt x="130756" y="603104"/>
                      <a:pt x="142875" y="598037"/>
                    </a:cubicBezTo>
                    <a:cubicBezTo>
                      <a:pt x="161100" y="590790"/>
                      <a:pt x="180426" y="586699"/>
                      <a:pt x="200025" y="585940"/>
                    </a:cubicBezTo>
                    <a:lnTo>
                      <a:pt x="200025" y="585940"/>
                    </a:lnTo>
                    <a:cubicBezTo>
                      <a:pt x="219624" y="586699"/>
                      <a:pt x="238950" y="590790"/>
                      <a:pt x="257175" y="598037"/>
                    </a:cubicBezTo>
                    <a:cubicBezTo>
                      <a:pt x="269294" y="603104"/>
                      <a:pt x="282168" y="606129"/>
                      <a:pt x="295275" y="606991"/>
                    </a:cubicBezTo>
                    <a:lnTo>
                      <a:pt x="295275" y="606991"/>
                    </a:lnTo>
                    <a:cubicBezTo>
                      <a:pt x="308382" y="606129"/>
                      <a:pt x="321256" y="603104"/>
                      <a:pt x="333375" y="598037"/>
                    </a:cubicBezTo>
                    <a:cubicBezTo>
                      <a:pt x="351600" y="590790"/>
                      <a:pt x="370926" y="586699"/>
                      <a:pt x="390525" y="585940"/>
                    </a:cubicBezTo>
                    <a:lnTo>
                      <a:pt x="390525" y="585940"/>
                    </a:lnTo>
                    <a:cubicBezTo>
                      <a:pt x="410124" y="586699"/>
                      <a:pt x="429450" y="590790"/>
                      <a:pt x="447675" y="598037"/>
                    </a:cubicBezTo>
                    <a:cubicBezTo>
                      <a:pt x="459794" y="603104"/>
                      <a:pt x="472668" y="606129"/>
                      <a:pt x="485775" y="606991"/>
                    </a:cubicBezTo>
                    <a:lnTo>
                      <a:pt x="485775" y="606991"/>
                    </a:lnTo>
                    <a:cubicBezTo>
                      <a:pt x="498882" y="606129"/>
                      <a:pt x="511756" y="603104"/>
                      <a:pt x="523875" y="598037"/>
                    </a:cubicBezTo>
                    <a:cubicBezTo>
                      <a:pt x="541490" y="591100"/>
                      <a:pt x="560117" y="587079"/>
                      <a:pt x="579025" y="586131"/>
                    </a:cubicBezTo>
                    <a:lnTo>
                      <a:pt x="579025" y="586131"/>
                    </a:lnTo>
                    <a:cubicBezTo>
                      <a:pt x="539107" y="535670"/>
                      <a:pt x="481945" y="501746"/>
                      <a:pt x="418529" y="490881"/>
                    </a:cubicBezTo>
                    <a:lnTo>
                      <a:pt x="418529" y="490881"/>
                    </a:lnTo>
                    <a:cubicBezTo>
                      <a:pt x="417671" y="432874"/>
                      <a:pt x="413861" y="303238"/>
                      <a:pt x="393097" y="205798"/>
                    </a:cubicBezTo>
                    <a:lnTo>
                      <a:pt x="393097" y="205798"/>
                    </a:lnTo>
                    <a:cubicBezTo>
                      <a:pt x="398471" y="210060"/>
                      <a:pt x="405349" y="211951"/>
                      <a:pt x="412147" y="211036"/>
                    </a:cubicBezTo>
                    <a:cubicBezTo>
                      <a:pt x="420012" y="209684"/>
                      <a:pt x="426803" y="204757"/>
                      <a:pt x="430530" y="197701"/>
                    </a:cubicBezTo>
                    <a:cubicBezTo>
                      <a:pt x="434162" y="191513"/>
                      <a:pt x="434759" y="184001"/>
                      <a:pt x="432149" y="177318"/>
                    </a:cubicBezTo>
                    <a:lnTo>
                      <a:pt x="432149" y="177318"/>
                    </a:lnTo>
                    <a:cubicBezTo>
                      <a:pt x="453917" y="198513"/>
                      <a:pt x="471240" y="223835"/>
                      <a:pt x="483108" y="251803"/>
                    </a:cubicBezTo>
                    <a:cubicBezTo>
                      <a:pt x="484513" y="255036"/>
                      <a:pt x="488272" y="256517"/>
                      <a:pt x="491505" y="255111"/>
                    </a:cubicBezTo>
                    <a:cubicBezTo>
                      <a:pt x="493592" y="254205"/>
                      <a:pt x="495038" y="252254"/>
                      <a:pt x="495300" y="249994"/>
                    </a:cubicBezTo>
                    <a:cubicBezTo>
                      <a:pt x="498253" y="223324"/>
                      <a:pt x="499682" y="181223"/>
                      <a:pt x="484251" y="154172"/>
                    </a:cubicBezTo>
                    <a:cubicBezTo>
                      <a:pt x="475860" y="138766"/>
                      <a:pt x="463146" y="126151"/>
                      <a:pt x="447675" y="117882"/>
                    </a:cubicBezTo>
                    <a:cubicBezTo>
                      <a:pt x="447199" y="117882"/>
                      <a:pt x="447675" y="117025"/>
                      <a:pt x="447675" y="117120"/>
                    </a:cubicBezTo>
                    <a:cubicBezTo>
                      <a:pt x="483236" y="124383"/>
                      <a:pt x="517003" y="138627"/>
                      <a:pt x="547021" y="159030"/>
                    </a:cubicBezTo>
                    <a:cubicBezTo>
                      <a:pt x="549798" y="161200"/>
                      <a:pt x="553809" y="160707"/>
                      <a:pt x="555979" y="157929"/>
                    </a:cubicBezTo>
                    <a:cubicBezTo>
                      <a:pt x="557548" y="155920"/>
                      <a:pt x="557771" y="153169"/>
                      <a:pt x="556546" y="150934"/>
                    </a:cubicBezTo>
                    <a:cubicBezTo>
                      <a:pt x="543401" y="124359"/>
                      <a:pt x="518922" y="81782"/>
                      <a:pt x="490823" y="65875"/>
                    </a:cubicBezTo>
                    <a:cubicBezTo>
                      <a:pt x="451104" y="43396"/>
                      <a:pt x="416338" y="55017"/>
                      <a:pt x="390716" y="73400"/>
                    </a:cubicBezTo>
                    <a:cubicBezTo>
                      <a:pt x="390716" y="73400"/>
                      <a:pt x="390716" y="73400"/>
                      <a:pt x="390716" y="73400"/>
                    </a:cubicBezTo>
                    <a:cubicBezTo>
                      <a:pt x="417547" y="49484"/>
                      <a:pt x="448283" y="30347"/>
                      <a:pt x="481584" y="16822"/>
                    </a:cubicBezTo>
                    <a:cubicBezTo>
                      <a:pt x="484829" y="15587"/>
                      <a:pt x="486458" y="11955"/>
                      <a:pt x="485224" y="8710"/>
                    </a:cubicBezTo>
                    <a:cubicBezTo>
                      <a:pt x="484412" y="6578"/>
                      <a:pt x="482509" y="5052"/>
                      <a:pt x="480250" y="4725"/>
                    </a:cubicBezTo>
                    <a:cubicBezTo>
                      <a:pt x="447675" y="-609"/>
                      <a:pt x="390525" y="-5753"/>
                      <a:pt x="364331" y="15202"/>
                    </a:cubicBezTo>
                    <a:cubicBezTo>
                      <a:pt x="325660" y="45778"/>
                      <a:pt x="338042" y="88069"/>
                      <a:pt x="346520" y="107119"/>
                    </a:cubicBezTo>
                    <a:cubicBezTo>
                      <a:pt x="346703" y="107381"/>
                      <a:pt x="346640" y="107744"/>
                      <a:pt x="346377" y="107928"/>
                    </a:cubicBezTo>
                    <a:cubicBezTo>
                      <a:pt x="346114" y="108112"/>
                      <a:pt x="345751" y="108048"/>
                      <a:pt x="345567" y="107785"/>
                    </a:cubicBezTo>
                    <a:cubicBezTo>
                      <a:pt x="330041" y="91974"/>
                      <a:pt x="286703" y="54731"/>
                      <a:pt x="237553" y="72638"/>
                    </a:cubicBezTo>
                    <a:cubicBezTo>
                      <a:pt x="191548" y="89402"/>
                      <a:pt x="165164" y="153886"/>
                      <a:pt x="154496" y="186938"/>
                    </a:cubicBezTo>
                    <a:cubicBezTo>
                      <a:pt x="153482" y="190258"/>
                      <a:pt x="155353" y="193772"/>
                      <a:pt x="158674" y="194786"/>
                    </a:cubicBezTo>
                    <a:cubicBezTo>
                      <a:pt x="160486" y="195338"/>
                      <a:pt x="162450" y="195045"/>
                      <a:pt x="164021" y="193987"/>
                    </a:cubicBezTo>
                    <a:cubicBezTo>
                      <a:pt x="202887" y="164440"/>
                      <a:pt x="246278" y="141377"/>
                      <a:pt x="292513" y="125692"/>
                    </a:cubicBezTo>
                    <a:lnTo>
                      <a:pt x="292513" y="126264"/>
                    </a:lnTo>
                    <a:cubicBezTo>
                      <a:pt x="273478" y="134252"/>
                      <a:pt x="258214" y="149209"/>
                      <a:pt x="249841" y="168079"/>
                    </a:cubicBezTo>
                    <a:cubicBezTo>
                      <a:pt x="230791" y="213322"/>
                      <a:pt x="247078" y="260852"/>
                      <a:pt x="256603" y="282379"/>
                    </a:cubicBezTo>
                    <a:cubicBezTo>
                      <a:pt x="257969" y="285456"/>
                      <a:pt x="261571" y="286844"/>
                      <a:pt x="264648" y="285478"/>
                    </a:cubicBezTo>
                    <a:cubicBezTo>
                      <a:pt x="266029" y="284865"/>
                      <a:pt x="267134" y="283761"/>
                      <a:pt x="267748" y="282379"/>
                    </a:cubicBezTo>
                    <a:cubicBezTo>
                      <a:pt x="276035" y="264186"/>
                      <a:pt x="279845" y="227991"/>
                      <a:pt x="307276" y="1883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dirty="0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8B8E542B-2E52-0F8A-3EB3-C19420A688AC}"/>
                  </a:ext>
                </a:extLst>
              </p:cNvPr>
              <p:cNvSpPr/>
              <p:nvPr/>
            </p:nvSpPr>
            <p:spPr>
              <a:xfrm>
                <a:off x="1018800" y="4292622"/>
                <a:ext cx="762000" cy="78200"/>
              </a:xfrm>
              <a:custGeom>
                <a:avLst/>
                <a:gdLst>
                  <a:gd name="csX0" fmla="*/ 723900 w 762000"/>
                  <a:gd name="csY0" fmla="*/ 12097 h 78200"/>
                  <a:gd name="csX1" fmla="*/ 666750 w 762000"/>
                  <a:gd name="csY1" fmla="*/ 0 h 78200"/>
                  <a:gd name="csX2" fmla="*/ 666750 w 762000"/>
                  <a:gd name="csY2" fmla="*/ 0 h 78200"/>
                  <a:gd name="csX3" fmla="*/ 609600 w 762000"/>
                  <a:gd name="csY3" fmla="*/ 12097 h 78200"/>
                  <a:gd name="csX4" fmla="*/ 571500 w 762000"/>
                  <a:gd name="csY4" fmla="*/ 21050 h 78200"/>
                  <a:gd name="csX5" fmla="*/ 571500 w 762000"/>
                  <a:gd name="csY5" fmla="*/ 21050 h 78200"/>
                  <a:gd name="csX6" fmla="*/ 533400 w 762000"/>
                  <a:gd name="csY6" fmla="*/ 12097 h 78200"/>
                  <a:gd name="csX7" fmla="*/ 476250 w 762000"/>
                  <a:gd name="csY7" fmla="*/ 0 h 78200"/>
                  <a:gd name="csX8" fmla="*/ 476250 w 762000"/>
                  <a:gd name="csY8" fmla="*/ 0 h 78200"/>
                  <a:gd name="csX9" fmla="*/ 419100 w 762000"/>
                  <a:gd name="csY9" fmla="*/ 12097 h 78200"/>
                  <a:gd name="csX10" fmla="*/ 381000 w 762000"/>
                  <a:gd name="csY10" fmla="*/ 21050 h 78200"/>
                  <a:gd name="csX11" fmla="*/ 342900 w 762000"/>
                  <a:gd name="csY11" fmla="*/ 12097 h 78200"/>
                  <a:gd name="csX12" fmla="*/ 285750 w 762000"/>
                  <a:gd name="csY12" fmla="*/ 0 h 78200"/>
                  <a:gd name="csX13" fmla="*/ 285750 w 762000"/>
                  <a:gd name="csY13" fmla="*/ 0 h 78200"/>
                  <a:gd name="csX14" fmla="*/ 228600 w 762000"/>
                  <a:gd name="csY14" fmla="*/ 12097 h 78200"/>
                  <a:gd name="csX15" fmla="*/ 190500 w 762000"/>
                  <a:gd name="csY15" fmla="*/ 21050 h 78200"/>
                  <a:gd name="csX16" fmla="*/ 152400 w 762000"/>
                  <a:gd name="csY16" fmla="*/ 12097 h 78200"/>
                  <a:gd name="csX17" fmla="*/ 95250 w 762000"/>
                  <a:gd name="csY17" fmla="*/ 0 h 78200"/>
                  <a:gd name="csX18" fmla="*/ 95250 w 762000"/>
                  <a:gd name="csY18" fmla="*/ 0 h 78200"/>
                  <a:gd name="csX19" fmla="*/ 38100 w 762000"/>
                  <a:gd name="csY19" fmla="*/ 12097 h 78200"/>
                  <a:gd name="csX20" fmla="*/ 0 w 762000"/>
                  <a:gd name="csY20" fmla="*/ 21050 h 78200"/>
                  <a:gd name="csX21" fmla="*/ 0 w 762000"/>
                  <a:gd name="csY21" fmla="*/ 78200 h 78200"/>
                  <a:gd name="csX22" fmla="*/ 57150 w 762000"/>
                  <a:gd name="csY22" fmla="*/ 66104 h 78200"/>
                  <a:gd name="csX23" fmla="*/ 95250 w 762000"/>
                  <a:gd name="csY23" fmla="*/ 56579 h 78200"/>
                  <a:gd name="csX24" fmla="*/ 133350 w 762000"/>
                  <a:gd name="csY24" fmla="*/ 66104 h 78200"/>
                  <a:gd name="csX25" fmla="*/ 190500 w 762000"/>
                  <a:gd name="csY25" fmla="*/ 78200 h 78200"/>
                  <a:gd name="csX26" fmla="*/ 190500 w 762000"/>
                  <a:gd name="csY26" fmla="*/ 78200 h 78200"/>
                  <a:gd name="csX27" fmla="*/ 247650 w 762000"/>
                  <a:gd name="csY27" fmla="*/ 66104 h 78200"/>
                  <a:gd name="csX28" fmla="*/ 285750 w 762000"/>
                  <a:gd name="csY28" fmla="*/ 56579 h 78200"/>
                  <a:gd name="csX29" fmla="*/ 323850 w 762000"/>
                  <a:gd name="csY29" fmla="*/ 65532 h 78200"/>
                  <a:gd name="csX30" fmla="*/ 381000 w 762000"/>
                  <a:gd name="csY30" fmla="*/ 78200 h 78200"/>
                  <a:gd name="csX31" fmla="*/ 438150 w 762000"/>
                  <a:gd name="csY31" fmla="*/ 66104 h 78200"/>
                  <a:gd name="csX32" fmla="*/ 476250 w 762000"/>
                  <a:gd name="csY32" fmla="*/ 56579 h 78200"/>
                  <a:gd name="csX33" fmla="*/ 514350 w 762000"/>
                  <a:gd name="csY33" fmla="*/ 66104 h 78200"/>
                  <a:gd name="csX34" fmla="*/ 571500 w 762000"/>
                  <a:gd name="csY34" fmla="*/ 78200 h 78200"/>
                  <a:gd name="csX35" fmla="*/ 571500 w 762000"/>
                  <a:gd name="csY35" fmla="*/ 78200 h 78200"/>
                  <a:gd name="csX36" fmla="*/ 628650 w 762000"/>
                  <a:gd name="csY36" fmla="*/ 66104 h 78200"/>
                  <a:gd name="csX37" fmla="*/ 666750 w 762000"/>
                  <a:gd name="csY37" fmla="*/ 56579 h 78200"/>
                  <a:gd name="csX38" fmla="*/ 704850 w 762000"/>
                  <a:gd name="csY38" fmla="*/ 65532 h 78200"/>
                  <a:gd name="csX39" fmla="*/ 762000 w 762000"/>
                  <a:gd name="csY39" fmla="*/ 78200 h 78200"/>
                  <a:gd name="csX40" fmla="*/ 762000 w 762000"/>
                  <a:gd name="csY40" fmla="*/ 21050 h 78200"/>
                  <a:gd name="csX41" fmla="*/ 723900 w 762000"/>
                  <a:gd name="csY41" fmla="*/ 12097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75" y="4850"/>
                      <a:pt x="686349" y="759"/>
                      <a:pt x="666750" y="0"/>
                    </a:cubicBezTo>
                    <a:lnTo>
                      <a:pt x="666750" y="0"/>
                    </a:lnTo>
                    <a:cubicBezTo>
                      <a:pt x="647151" y="759"/>
                      <a:pt x="627825" y="4850"/>
                      <a:pt x="609600" y="12097"/>
                    </a:cubicBezTo>
                    <a:cubicBezTo>
                      <a:pt x="597467" y="17118"/>
                      <a:pt x="584600" y="20142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2"/>
                      <a:pt x="545533" y="17118"/>
                      <a:pt x="533400" y="12097"/>
                    </a:cubicBezTo>
                    <a:cubicBezTo>
                      <a:pt x="515175" y="4850"/>
                      <a:pt x="495849" y="759"/>
                      <a:pt x="476250" y="0"/>
                    </a:cubicBezTo>
                    <a:lnTo>
                      <a:pt x="476250" y="0"/>
                    </a:lnTo>
                    <a:cubicBezTo>
                      <a:pt x="456651" y="759"/>
                      <a:pt x="437325" y="4850"/>
                      <a:pt x="419100" y="12097"/>
                    </a:cubicBezTo>
                    <a:cubicBezTo>
                      <a:pt x="406967" y="17118"/>
                      <a:pt x="394100" y="20142"/>
                      <a:pt x="381000" y="21050"/>
                    </a:cubicBezTo>
                    <a:cubicBezTo>
                      <a:pt x="367900" y="20142"/>
                      <a:pt x="355033" y="17118"/>
                      <a:pt x="342900" y="12097"/>
                    </a:cubicBezTo>
                    <a:cubicBezTo>
                      <a:pt x="324675" y="4850"/>
                      <a:pt x="305349" y="759"/>
                      <a:pt x="285750" y="0"/>
                    </a:cubicBezTo>
                    <a:lnTo>
                      <a:pt x="285750" y="0"/>
                    </a:lnTo>
                    <a:cubicBezTo>
                      <a:pt x="266151" y="759"/>
                      <a:pt x="246825" y="4850"/>
                      <a:pt x="228600" y="12097"/>
                    </a:cubicBezTo>
                    <a:cubicBezTo>
                      <a:pt x="216466" y="17118"/>
                      <a:pt x="203600" y="20142"/>
                      <a:pt x="190500" y="21050"/>
                    </a:cubicBezTo>
                    <a:cubicBezTo>
                      <a:pt x="177400" y="20142"/>
                      <a:pt x="164534" y="17118"/>
                      <a:pt x="152400" y="12097"/>
                    </a:cubicBezTo>
                    <a:cubicBezTo>
                      <a:pt x="134175" y="4850"/>
                      <a:pt x="114849" y="759"/>
                      <a:pt x="95250" y="0"/>
                    </a:cubicBezTo>
                    <a:lnTo>
                      <a:pt x="95250" y="0"/>
                    </a:lnTo>
                    <a:cubicBezTo>
                      <a:pt x="75651" y="759"/>
                      <a:pt x="56325" y="4850"/>
                      <a:pt x="38100" y="12097"/>
                    </a:cubicBezTo>
                    <a:cubicBezTo>
                      <a:pt x="25966" y="17118"/>
                      <a:pt x="13100" y="20142"/>
                      <a:pt x="0" y="21050"/>
                    </a:cubicBezTo>
                    <a:lnTo>
                      <a:pt x="0" y="78200"/>
                    </a:lnTo>
                    <a:cubicBezTo>
                      <a:pt x="19599" y="77441"/>
                      <a:pt x="38925" y="73350"/>
                      <a:pt x="57150" y="66104"/>
                    </a:cubicBezTo>
                    <a:cubicBezTo>
                      <a:pt x="69251" y="60888"/>
                      <a:pt x="82118" y="57670"/>
                      <a:pt x="95250" y="56579"/>
                    </a:cubicBezTo>
                    <a:cubicBezTo>
                      <a:pt x="108382" y="57670"/>
                      <a:pt x="121249" y="60888"/>
                      <a:pt x="133350" y="66104"/>
                    </a:cubicBezTo>
                    <a:cubicBezTo>
                      <a:pt x="151575" y="73350"/>
                      <a:pt x="170901" y="77441"/>
                      <a:pt x="190500" y="78200"/>
                    </a:cubicBezTo>
                    <a:lnTo>
                      <a:pt x="190500" y="78200"/>
                    </a:lnTo>
                    <a:cubicBezTo>
                      <a:pt x="210099" y="77441"/>
                      <a:pt x="229425" y="73350"/>
                      <a:pt x="247650" y="66104"/>
                    </a:cubicBezTo>
                    <a:cubicBezTo>
                      <a:pt x="259751" y="60888"/>
                      <a:pt x="272618" y="57670"/>
                      <a:pt x="285750" y="56579"/>
                    </a:cubicBezTo>
                    <a:cubicBezTo>
                      <a:pt x="298850" y="57487"/>
                      <a:pt x="311717" y="60510"/>
                      <a:pt x="323850" y="65532"/>
                    </a:cubicBezTo>
                    <a:cubicBezTo>
                      <a:pt x="342028" y="73018"/>
                      <a:pt x="361362" y="77304"/>
                      <a:pt x="381000" y="78200"/>
                    </a:cubicBezTo>
                    <a:cubicBezTo>
                      <a:pt x="400599" y="77441"/>
                      <a:pt x="419925" y="73350"/>
                      <a:pt x="438150" y="66104"/>
                    </a:cubicBezTo>
                    <a:cubicBezTo>
                      <a:pt x="450251" y="60888"/>
                      <a:pt x="463118" y="57671"/>
                      <a:pt x="476250" y="56579"/>
                    </a:cubicBezTo>
                    <a:cubicBezTo>
                      <a:pt x="489382" y="57671"/>
                      <a:pt x="502249" y="60888"/>
                      <a:pt x="514350" y="66104"/>
                    </a:cubicBezTo>
                    <a:cubicBezTo>
                      <a:pt x="532575" y="73350"/>
                      <a:pt x="551901" y="77441"/>
                      <a:pt x="571500" y="78200"/>
                    </a:cubicBezTo>
                    <a:lnTo>
                      <a:pt x="571500" y="78200"/>
                    </a:lnTo>
                    <a:cubicBezTo>
                      <a:pt x="591099" y="77441"/>
                      <a:pt x="610425" y="73350"/>
                      <a:pt x="628650" y="66104"/>
                    </a:cubicBezTo>
                    <a:cubicBezTo>
                      <a:pt x="640751" y="60888"/>
                      <a:pt x="653618" y="57670"/>
                      <a:pt x="666750" y="56579"/>
                    </a:cubicBezTo>
                    <a:cubicBezTo>
                      <a:pt x="679850" y="57487"/>
                      <a:pt x="692717" y="60510"/>
                      <a:pt x="704850" y="65532"/>
                    </a:cubicBezTo>
                    <a:cubicBezTo>
                      <a:pt x="723028" y="73018"/>
                      <a:pt x="742362" y="77304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42"/>
                      <a:pt x="736033" y="17118"/>
                      <a:pt x="723900" y="120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28D2FB9-FA51-2039-05A5-2CA047587664}"/>
              </a:ext>
            </a:extLst>
          </p:cNvPr>
          <p:cNvGrpSpPr/>
          <p:nvPr/>
        </p:nvGrpSpPr>
        <p:grpSpPr>
          <a:xfrm>
            <a:off x="2793000" y="3429000"/>
            <a:ext cx="1440000" cy="1440000"/>
            <a:chOff x="3513000" y="3429000"/>
            <a:chExt cx="1440000" cy="144000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5505295-E243-1F6B-C512-524CEA96CA39}"/>
                </a:ext>
              </a:extLst>
            </p:cNvPr>
            <p:cNvSpPr/>
            <p:nvPr/>
          </p:nvSpPr>
          <p:spPr>
            <a:xfrm>
              <a:off x="351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AMUSEMENT PARK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8A75158E-54CD-F5B1-2A51-8A798AF4B146}"/>
                </a:ext>
              </a:extLst>
            </p:cNvPr>
            <p:cNvGrpSpPr/>
            <p:nvPr/>
          </p:nvGrpSpPr>
          <p:grpSpPr>
            <a:xfrm>
              <a:off x="3830424" y="3713533"/>
              <a:ext cx="805152" cy="637082"/>
              <a:chOff x="3879750" y="3827830"/>
              <a:chExt cx="800100" cy="633085"/>
            </a:xfrm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D767F0C-6FF5-21E6-F4B9-E021CE1A0776}"/>
                  </a:ext>
                </a:extLst>
              </p:cNvPr>
              <p:cNvSpPr/>
              <p:nvPr/>
            </p:nvSpPr>
            <p:spPr>
              <a:xfrm>
                <a:off x="4067135" y="4141036"/>
                <a:ext cx="117480" cy="105222"/>
              </a:xfrm>
              <a:custGeom>
                <a:avLst/>
                <a:gdLst>
                  <a:gd name="csX0" fmla="*/ 2762 w 117480"/>
                  <a:gd name="csY0" fmla="*/ 47827 h 105222"/>
                  <a:gd name="csX1" fmla="*/ 2762 w 117480"/>
                  <a:gd name="csY1" fmla="*/ 95661 h 105222"/>
                  <a:gd name="csX2" fmla="*/ 12478 w 117480"/>
                  <a:gd name="csY2" fmla="*/ 105222 h 105222"/>
                  <a:gd name="csX3" fmla="*/ 13239 w 117480"/>
                  <a:gd name="csY3" fmla="*/ 105186 h 105222"/>
                  <a:gd name="csX4" fmla="*/ 117481 w 117480"/>
                  <a:gd name="csY4" fmla="*/ 48732 h 105222"/>
                  <a:gd name="csX5" fmla="*/ 92868 w 117480"/>
                  <a:gd name="csY5" fmla="*/ 27100 h 105222"/>
                  <a:gd name="csX6" fmla="*/ 59378 w 117480"/>
                  <a:gd name="csY6" fmla="*/ 18737 h 105222"/>
                  <a:gd name="csX7" fmla="*/ 50246 w 117480"/>
                  <a:gd name="csY7" fmla="*/ 713 h 105222"/>
                  <a:gd name="csX8" fmla="*/ 32221 w 117480"/>
                  <a:gd name="csY8" fmla="*/ 9846 h 105222"/>
                  <a:gd name="csX9" fmla="*/ 40919 w 117480"/>
                  <a:gd name="csY9" fmla="*/ 27719 h 105222"/>
                  <a:gd name="csX10" fmla="*/ 26841 w 117480"/>
                  <a:gd name="csY10" fmla="*/ 34625 h 105222"/>
                  <a:gd name="csX11" fmla="*/ 28574 w 117480"/>
                  <a:gd name="csY11" fmla="*/ 27958 h 105222"/>
                  <a:gd name="csX12" fmla="*/ 14377 w 117480"/>
                  <a:gd name="csY12" fmla="*/ 13581 h 105222"/>
                  <a:gd name="csX13" fmla="*/ 0 w 117480"/>
                  <a:gd name="csY13" fmla="*/ 27778 h 105222"/>
                  <a:gd name="csX14" fmla="*/ 6924 w 117480"/>
                  <a:gd name="csY14" fmla="*/ 40111 h 105222"/>
                  <a:gd name="csX15" fmla="*/ 2762 w 117480"/>
                  <a:gd name="csY15" fmla="*/ 47827 h 1052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17480" h="105222">
                    <a:moveTo>
                      <a:pt x="2762" y="47827"/>
                    </a:moveTo>
                    <a:lnTo>
                      <a:pt x="2762" y="95661"/>
                    </a:lnTo>
                    <a:cubicBezTo>
                      <a:pt x="2804" y="100985"/>
                      <a:pt x="7155" y="105265"/>
                      <a:pt x="12478" y="105222"/>
                    </a:cubicBezTo>
                    <a:cubicBezTo>
                      <a:pt x="12732" y="105221"/>
                      <a:pt x="12986" y="105208"/>
                      <a:pt x="13239" y="105186"/>
                    </a:cubicBezTo>
                    <a:cubicBezTo>
                      <a:pt x="52025" y="102329"/>
                      <a:pt x="87048" y="83355"/>
                      <a:pt x="117481" y="48732"/>
                    </a:cubicBezTo>
                    <a:lnTo>
                      <a:pt x="92868" y="27100"/>
                    </a:lnTo>
                    <a:cubicBezTo>
                      <a:pt x="83700" y="19087"/>
                      <a:pt x="71237" y="15975"/>
                      <a:pt x="59378" y="18737"/>
                    </a:cubicBezTo>
                    <a:cubicBezTo>
                      <a:pt x="61834" y="11238"/>
                      <a:pt x="57745" y="3169"/>
                      <a:pt x="50246" y="713"/>
                    </a:cubicBezTo>
                    <a:cubicBezTo>
                      <a:pt x="42747" y="-1742"/>
                      <a:pt x="34677" y="2347"/>
                      <a:pt x="32221" y="9846"/>
                    </a:cubicBezTo>
                    <a:cubicBezTo>
                      <a:pt x="29822" y="17174"/>
                      <a:pt x="33671" y="25085"/>
                      <a:pt x="40919" y="27719"/>
                    </a:cubicBezTo>
                    <a:cubicBezTo>
                      <a:pt x="36473" y="30495"/>
                      <a:pt x="31757" y="32809"/>
                      <a:pt x="26841" y="34625"/>
                    </a:cubicBezTo>
                    <a:cubicBezTo>
                      <a:pt x="27963" y="32581"/>
                      <a:pt x="28559" y="30289"/>
                      <a:pt x="28574" y="27958"/>
                    </a:cubicBezTo>
                    <a:cubicBezTo>
                      <a:pt x="28624" y="20067"/>
                      <a:pt x="22268" y="13630"/>
                      <a:pt x="14377" y="13581"/>
                    </a:cubicBezTo>
                    <a:cubicBezTo>
                      <a:pt x="6487" y="13530"/>
                      <a:pt x="50" y="19887"/>
                      <a:pt x="0" y="27778"/>
                    </a:cubicBezTo>
                    <a:cubicBezTo>
                      <a:pt x="-32" y="32823"/>
                      <a:pt x="2600" y="37511"/>
                      <a:pt x="6924" y="40111"/>
                    </a:cubicBezTo>
                    <a:cubicBezTo>
                      <a:pt x="4355" y="41845"/>
                      <a:pt x="2800" y="44728"/>
                      <a:pt x="2762" y="4782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95A01AC5-0504-D9A3-D96E-09C5D2F15AD0}"/>
                  </a:ext>
                </a:extLst>
              </p:cNvPr>
              <p:cNvSpPr/>
              <p:nvPr/>
            </p:nvSpPr>
            <p:spPr>
              <a:xfrm>
                <a:off x="4263836" y="3827830"/>
                <a:ext cx="130444" cy="105142"/>
              </a:xfrm>
              <a:custGeom>
                <a:avLst/>
                <a:gdLst>
                  <a:gd name="csX0" fmla="*/ 14373 w 130444"/>
                  <a:gd name="csY0" fmla="*/ 58308 h 105142"/>
                  <a:gd name="csX1" fmla="*/ 14430 w 130444"/>
                  <a:gd name="csY1" fmla="*/ 58308 h 105142"/>
                  <a:gd name="csX2" fmla="*/ 10735 w 130444"/>
                  <a:gd name="csY2" fmla="*/ 63138 h 105142"/>
                  <a:gd name="csX3" fmla="*/ 13061 w 130444"/>
                  <a:gd name="csY3" fmla="*/ 76529 h 105142"/>
                  <a:gd name="csX4" fmla="*/ 13144 w 130444"/>
                  <a:gd name="csY4" fmla="*/ 76587 h 105142"/>
                  <a:gd name="csX5" fmla="*/ 52445 w 130444"/>
                  <a:gd name="csY5" fmla="*/ 103495 h 105142"/>
                  <a:gd name="csX6" fmla="*/ 65589 w 130444"/>
                  <a:gd name="csY6" fmla="*/ 101095 h 105142"/>
                  <a:gd name="csX7" fmla="*/ 130445 w 130444"/>
                  <a:gd name="csY7" fmla="*/ 36430 h 105142"/>
                  <a:gd name="csX8" fmla="*/ 128054 w 130444"/>
                  <a:gd name="csY8" fmla="*/ 32839 h 105142"/>
                  <a:gd name="csX9" fmla="*/ 54893 w 130444"/>
                  <a:gd name="csY9" fmla="*/ 14741 h 105142"/>
                  <a:gd name="csX10" fmla="*/ 54893 w 130444"/>
                  <a:gd name="csY10" fmla="*/ 14360 h 105142"/>
                  <a:gd name="csX11" fmla="*/ 40678 w 130444"/>
                  <a:gd name="csY11" fmla="*/ 0 h 105142"/>
                  <a:gd name="csX12" fmla="*/ 26318 w 130444"/>
                  <a:gd name="csY12" fmla="*/ 14214 h 105142"/>
                  <a:gd name="csX13" fmla="*/ 38776 w 130444"/>
                  <a:gd name="csY13" fmla="*/ 28457 h 105142"/>
                  <a:gd name="csX14" fmla="*/ 28165 w 130444"/>
                  <a:gd name="csY14" fmla="*/ 40592 h 105142"/>
                  <a:gd name="csX15" fmla="*/ 10880 w 130444"/>
                  <a:gd name="csY15" fmla="*/ 30128 h 105142"/>
                  <a:gd name="csX16" fmla="*/ 416 w 130444"/>
                  <a:gd name="csY16" fmla="*/ 47412 h 105142"/>
                  <a:gd name="csX17" fmla="*/ 14335 w 130444"/>
                  <a:gd name="csY17" fmla="*/ 58289 h 1051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0444" h="105142">
                    <a:moveTo>
                      <a:pt x="14373" y="58308"/>
                    </a:moveTo>
                    <a:lnTo>
                      <a:pt x="14430" y="58308"/>
                    </a:lnTo>
                    <a:cubicBezTo>
                      <a:pt x="13211" y="59956"/>
                      <a:pt x="11944" y="61452"/>
                      <a:pt x="10735" y="63138"/>
                    </a:cubicBezTo>
                    <a:cubicBezTo>
                      <a:pt x="7679" y="67478"/>
                      <a:pt x="8721" y="73473"/>
                      <a:pt x="13061" y="76529"/>
                    </a:cubicBezTo>
                    <a:cubicBezTo>
                      <a:pt x="13088" y="76548"/>
                      <a:pt x="13117" y="76568"/>
                      <a:pt x="13144" y="76587"/>
                    </a:cubicBezTo>
                    <a:lnTo>
                      <a:pt x="52445" y="103495"/>
                    </a:lnTo>
                    <a:cubicBezTo>
                      <a:pt x="56747" y="106417"/>
                      <a:pt x="62597" y="105350"/>
                      <a:pt x="65589" y="101095"/>
                    </a:cubicBezTo>
                    <a:cubicBezTo>
                      <a:pt x="83109" y="75787"/>
                      <a:pt x="105085" y="53875"/>
                      <a:pt x="130445" y="36430"/>
                    </a:cubicBezTo>
                    <a:lnTo>
                      <a:pt x="128054" y="32839"/>
                    </a:lnTo>
                    <a:cubicBezTo>
                      <a:pt x="112092" y="8687"/>
                      <a:pt x="80274" y="816"/>
                      <a:pt x="54893" y="14741"/>
                    </a:cubicBezTo>
                    <a:cubicBezTo>
                      <a:pt x="54893" y="14608"/>
                      <a:pt x="54893" y="14493"/>
                      <a:pt x="54893" y="14360"/>
                    </a:cubicBezTo>
                    <a:cubicBezTo>
                      <a:pt x="54933" y="6470"/>
                      <a:pt x="48569" y="40"/>
                      <a:pt x="40678" y="0"/>
                    </a:cubicBezTo>
                    <a:cubicBezTo>
                      <a:pt x="32788" y="-41"/>
                      <a:pt x="26358" y="6324"/>
                      <a:pt x="26318" y="14214"/>
                    </a:cubicBezTo>
                    <a:cubicBezTo>
                      <a:pt x="26281" y="21426"/>
                      <a:pt x="31624" y="27534"/>
                      <a:pt x="38776" y="28457"/>
                    </a:cubicBezTo>
                    <a:cubicBezTo>
                      <a:pt x="35195" y="32391"/>
                      <a:pt x="31651" y="36401"/>
                      <a:pt x="28165" y="40592"/>
                    </a:cubicBezTo>
                    <a:cubicBezTo>
                      <a:pt x="26282" y="32929"/>
                      <a:pt x="18543" y="28244"/>
                      <a:pt x="10880" y="30128"/>
                    </a:cubicBezTo>
                    <a:cubicBezTo>
                      <a:pt x="3218" y="32011"/>
                      <a:pt x="-1467" y="39749"/>
                      <a:pt x="416" y="47412"/>
                    </a:cubicBezTo>
                    <a:cubicBezTo>
                      <a:pt x="1990" y="53815"/>
                      <a:pt x="7741" y="58309"/>
                      <a:pt x="14335" y="5828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394CA0A3-CA51-611D-01A1-7FDD07907743}"/>
                  </a:ext>
                </a:extLst>
              </p:cNvPr>
              <p:cNvSpPr/>
              <p:nvPr/>
            </p:nvSpPr>
            <p:spPr>
              <a:xfrm>
                <a:off x="4195424" y="3931354"/>
                <a:ext cx="118931" cy="115220"/>
              </a:xfrm>
              <a:custGeom>
                <a:avLst/>
                <a:gdLst>
                  <a:gd name="csX0" fmla="*/ 14290 w 118931"/>
                  <a:gd name="csY0" fmla="*/ 75124 h 115220"/>
                  <a:gd name="csX1" fmla="*/ 15881 w 118931"/>
                  <a:gd name="csY1" fmla="*/ 74962 h 115220"/>
                  <a:gd name="csX2" fmla="*/ 12728 w 118931"/>
                  <a:gd name="csY2" fmla="*/ 81753 h 115220"/>
                  <a:gd name="csX3" fmla="*/ 17252 w 118931"/>
                  <a:gd name="csY3" fmla="*/ 94136 h 115220"/>
                  <a:gd name="csX4" fmla="*/ 60782 w 118931"/>
                  <a:gd name="csY4" fmla="*/ 114357 h 115220"/>
                  <a:gd name="csX5" fmla="*/ 73164 w 118931"/>
                  <a:gd name="csY5" fmla="*/ 109833 h 115220"/>
                  <a:gd name="csX6" fmla="*/ 95319 w 118931"/>
                  <a:gd name="csY6" fmla="*/ 62208 h 115220"/>
                  <a:gd name="csX7" fmla="*/ 118932 w 118931"/>
                  <a:gd name="csY7" fmla="*/ 20041 h 115220"/>
                  <a:gd name="csX8" fmla="*/ 95881 w 118931"/>
                  <a:gd name="csY8" fmla="*/ 5687 h 115220"/>
                  <a:gd name="csX9" fmla="*/ 43713 w 118931"/>
                  <a:gd name="csY9" fmla="*/ 17764 h 115220"/>
                  <a:gd name="csX10" fmla="*/ 24187 w 118931"/>
                  <a:gd name="csY10" fmla="*/ 12565 h 115220"/>
                  <a:gd name="csX11" fmla="*/ 18989 w 118931"/>
                  <a:gd name="csY11" fmla="*/ 32090 h 115220"/>
                  <a:gd name="csX12" fmla="*/ 31416 w 118931"/>
                  <a:gd name="csY12" fmla="*/ 39215 h 115220"/>
                  <a:gd name="csX13" fmla="*/ 32588 w 118931"/>
                  <a:gd name="csY13" fmla="*/ 39091 h 115220"/>
                  <a:gd name="csX14" fmla="*/ 26158 w 118931"/>
                  <a:gd name="csY14" fmla="*/ 52931 h 115220"/>
                  <a:gd name="csX15" fmla="*/ 6336 w 118931"/>
                  <a:gd name="csY15" fmla="*/ 49015 h 115220"/>
                  <a:gd name="csX16" fmla="*/ 2420 w 118931"/>
                  <a:gd name="csY16" fmla="*/ 68837 h 115220"/>
                  <a:gd name="csX17" fmla="*/ 14290 w 118931"/>
                  <a:gd name="csY17" fmla="*/ 75171 h 1152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18931" h="115220">
                    <a:moveTo>
                      <a:pt x="14290" y="75124"/>
                    </a:moveTo>
                    <a:cubicBezTo>
                      <a:pt x="14823" y="75099"/>
                      <a:pt x="15354" y="75045"/>
                      <a:pt x="15881" y="74962"/>
                    </a:cubicBezTo>
                    <a:lnTo>
                      <a:pt x="12728" y="81753"/>
                    </a:lnTo>
                    <a:cubicBezTo>
                      <a:pt x="10572" y="86422"/>
                      <a:pt x="12594" y="91956"/>
                      <a:pt x="17252" y="94136"/>
                    </a:cubicBezTo>
                    <a:lnTo>
                      <a:pt x="60782" y="114357"/>
                    </a:lnTo>
                    <a:cubicBezTo>
                      <a:pt x="65451" y="116514"/>
                      <a:pt x="70985" y="114492"/>
                      <a:pt x="73164" y="109833"/>
                    </a:cubicBezTo>
                    <a:lnTo>
                      <a:pt x="95319" y="62208"/>
                    </a:lnTo>
                    <a:cubicBezTo>
                      <a:pt x="103263" y="46568"/>
                      <a:pt x="110997" y="32776"/>
                      <a:pt x="118932" y="20041"/>
                    </a:cubicBezTo>
                    <a:lnTo>
                      <a:pt x="95881" y="5687"/>
                    </a:lnTo>
                    <a:cubicBezTo>
                      <a:pt x="78125" y="-5291"/>
                      <a:pt x="54838" y="100"/>
                      <a:pt x="43713" y="17764"/>
                    </a:cubicBezTo>
                    <a:cubicBezTo>
                      <a:pt x="39757" y="10937"/>
                      <a:pt x="31015" y="8609"/>
                      <a:pt x="24187" y="12565"/>
                    </a:cubicBezTo>
                    <a:cubicBezTo>
                      <a:pt x="17360" y="16521"/>
                      <a:pt x="15032" y="25262"/>
                      <a:pt x="18989" y="32090"/>
                    </a:cubicBezTo>
                    <a:cubicBezTo>
                      <a:pt x="21555" y="36520"/>
                      <a:pt x="26296" y="39238"/>
                      <a:pt x="31416" y="39215"/>
                    </a:cubicBezTo>
                    <a:cubicBezTo>
                      <a:pt x="31816" y="39215"/>
                      <a:pt x="32197" y="39129"/>
                      <a:pt x="32588" y="39091"/>
                    </a:cubicBezTo>
                    <a:lnTo>
                      <a:pt x="26158" y="52931"/>
                    </a:lnTo>
                    <a:cubicBezTo>
                      <a:pt x="21765" y="46375"/>
                      <a:pt x="12891" y="44622"/>
                      <a:pt x="6336" y="49015"/>
                    </a:cubicBezTo>
                    <a:cubicBezTo>
                      <a:pt x="-219" y="53408"/>
                      <a:pt x="-1973" y="62282"/>
                      <a:pt x="2420" y="68837"/>
                    </a:cubicBezTo>
                    <a:cubicBezTo>
                      <a:pt x="5073" y="72796"/>
                      <a:pt x="9525" y="75171"/>
                      <a:pt x="14290" y="7517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B9092E38-5F4B-446C-F65C-BCC3169ED905}"/>
                  </a:ext>
                </a:extLst>
              </p:cNvPr>
              <p:cNvSpPr/>
              <p:nvPr/>
            </p:nvSpPr>
            <p:spPr>
              <a:xfrm>
                <a:off x="4138222" y="4051283"/>
                <a:ext cx="118479" cy="117713"/>
              </a:xfrm>
              <a:custGeom>
                <a:avLst/>
                <a:gdLst>
                  <a:gd name="csX0" fmla="*/ 17943 w 118479"/>
                  <a:gd name="csY0" fmla="*/ 23060 h 117713"/>
                  <a:gd name="csX1" fmla="*/ 32230 w 118479"/>
                  <a:gd name="csY1" fmla="*/ 37348 h 117713"/>
                  <a:gd name="csX2" fmla="*/ 34440 w 118479"/>
                  <a:gd name="csY2" fmla="*/ 37129 h 117713"/>
                  <a:gd name="csX3" fmla="*/ 27554 w 118479"/>
                  <a:gd name="csY3" fmla="*/ 50283 h 117713"/>
                  <a:gd name="csX4" fmla="*/ 8976 w 118479"/>
                  <a:gd name="csY4" fmla="*/ 42336 h 117713"/>
                  <a:gd name="csX5" fmla="*/ 1029 w 118479"/>
                  <a:gd name="csY5" fmla="*/ 60913 h 117713"/>
                  <a:gd name="csX6" fmla="*/ 14314 w 118479"/>
                  <a:gd name="csY6" fmla="*/ 69885 h 117713"/>
                  <a:gd name="csX7" fmla="*/ 14952 w 118479"/>
                  <a:gd name="csY7" fmla="*/ 69819 h 117713"/>
                  <a:gd name="csX8" fmla="*/ 11742 w 118479"/>
                  <a:gd name="csY8" fmla="*/ 74457 h 117713"/>
                  <a:gd name="csX9" fmla="*/ 13866 w 118479"/>
                  <a:gd name="csY9" fmla="*/ 87221 h 117713"/>
                  <a:gd name="csX10" fmla="*/ 52433 w 118479"/>
                  <a:gd name="csY10" fmla="*/ 115853 h 117713"/>
                  <a:gd name="csX11" fmla="*/ 65524 w 118479"/>
                  <a:gd name="csY11" fmla="*/ 113957 h 117713"/>
                  <a:gd name="csX12" fmla="*/ 65768 w 118479"/>
                  <a:gd name="csY12" fmla="*/ 113615 h 117713"/>
                  <a:gd name="csX13" fmla="*/ 107821 w 118479"/>
                  <a:gd name="csY13" fmla="*/ 38596 h 117713"/>
                  <a:gd name="csX14" fmla="*/ 118479 w 118479"/>
                  <a:gd name="csY14" fmla="*/ 15660 h 117713"/>
                  <a:gd name="csX15" fmla="*/ 92352 w 118479"/>
                  <a:gd name="csY15" fmla="*/ 3525 h 117713"/>
                  <a:gd name="csX16" fmla="*/ 44975 w 118479"/>
                  <a:gd name="csY16" fmla="*/ 16622 h 117713"/>
                  <a:gd name="csX17" fmla="*/ 25727 w 118479"/>
                  <a:gd name="csY17" fmla="*/ 10475 h 117713"/>
                  <a:gd name="csX18" fmla="*/ 17990 w 118479"/>
                  <a:gd name="csY18" fmla="*/ 23060 h 117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118479" h="117713">
                    <a:moveTo>
                      <a:pt x="17943" y="23060"/>
                    </a:moveTo>
                    <a:cubicBezTo>
                      <a:pt x="17943" y="30951"/>
                      <a:pt x="24340" y="37348"/>
                      <a:pt x="32230" y="37348"/>
                    </a:cubicBezTo>
                    <a:cubicBezTo>
                      <a:pt x="32971" y="37334"/>
                      <a:pt x="33710" y="37260"/>
                      <a:pt x="34440" y="37129"/>
                    </a:cubicBezTo>
                    <a:cubicBezTo>
                      <a:pt x="31802" y="42463"/>
                      <a:pt x="29592" y="46654"/>
                      <a:pt x="27554" y="50283"/>
                    </a:cubicBezTo>
                    <a:cubicBezTo>
                      <a:pt x="24618" y="42958"/>
                      <a:pt x="16301" y="39401"/>
                      <a:pt x="8976" y="42336"/>
                    </a:cubicBezTo>
                    <a:cubicBezTo>
                      <a:pt x="1652" y="45271"/>
                      <a:pt x="-1906" y="53588"/>
                      <a:pt x="1029" y="60913"/>
                    </a:cubicBezTo>
                    <a:cubicBezTo>
                      <a:pt x="3205" y="66340"/>
                      <a:pt x="8466" y="69895"/>
                      <a:pt x="14314" y="69885"/>
                    </a:cubicBezTo>
                    <a:cubicBezTo>
                      <a:pt x="14533" y="69885"/>
                      <a:pt x="14733" y="69828"/>
                      <a:pt x="14952" y="69819"/>
                    </a:cubicBezTo>
                    <a:cubicBezTo>
                      <a:pt x="13942" y="71267"/>
                      <a:pt x="12895" y="72781"/>
                      <a:pt x="11742" y="74457"/>
                    </a:cubicBezTo>
                    <a:cubicBezTo>
                      <a:pt x="8903" y="78591"/>
                      <a:pt x="9842" y="84230"/>
                      <a:pt x="13866" y="87221"/>
                    </a:cubicBezTo>
                    <a:lnTo>
                      <a:pt x="52433" y="115853"/>
                    </a:lnTo>
                    <a:cubicBezTo>
                      <a:pt x="56571" y="118945"/>
                      <a:pt x="62433" y="118095"/>
                      <a:pt x="65524" y="113957"/>
                    </a:cubicBezTo>
                    <a:cubicBezTo>
                      <a:pt x="65608" y="113844"/>
                      <a:pt x="65689" y="113731"/>
                      <a:pt x="65768" y="113615"/>
                    </a:cubicBezTo>
                    <a:cubicBezTo>
                      <a:pt x="81815" y="89801"/>
                      <a:pt x="95880" y="64710"/>
                      <a:pt x="107821" y="38596"/>
                    </a:cubicBezTo>
                    <a:lnTo>
                      <a:pt x="118479" y="15660"/>
                    </a:lnTo>
                    <a:lnTo>
                      <a:pt x="92352" y="3525"/>
                    </a:lnTo>
                    <a:cubicBezTo>
                      <a:pt x="75482" y="-4292"/>
                      <a:pt x="55434" y="1249"/>
                      <a:pt x="44975" y="16622"/>
                    </a:cubicBezTo>
                    <a:cubicBezTo>
                      <a:pt x="41357" y="9609"/>
                      <a:pt x="32739" y="6858"/>
                      <a:pt x="25727" y="10475"/>
                    </a:cubicBezTo>
                    <a:cubicBezTo>
                      <a:pt x="21011" y="12908"/>
                      <a:pt x="18032" y="17754"/>
                      <a:pt x="17990" y="2306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9011A8C-4C7E-E207-7350-42691A664B75}"/>
                  </a:ext>
                </a:extLst>
              </p:cNvPr>
              <p:cNvSpPr/>
              <p:nvPr/>
            </p:nvSpPr>
            <p:spPr>
              <a:xfrm>
                <a:off x="3879750" y="3850411"/>
                <a:ext cx="800100" cy="610504"/>
              </a:xfrm>
              <a:custGeom>
                <a:avLst/>
                <a:gdLst>
                  <a:gd name="csX0" fmla="*/ 796766 w 800100"/>
                  <a:gd name="csY0" fmla="*/ 99965 h 610504"/>
                  <a:gd name="csX1" fmla="*/ 621506 w 800100"/>
                  <a:gd name="csY1" fmla="*/ 0 h 610504"/>
                  <a:gd name="csX2" fmla="*/ 408146 w 800100"/>
                  <a:gd name="csY2" fmla="*/ 198672 h 610504"/>
                  <a:gd name="csX3" fmla="*/ 401765 w 800100"/>
                  <a:gd name="csY3" fmla="*/ 212912 h 610504"/>
                  <a:gd name="csX4" fmla="*/ 180689 w 800100"/>
                  <a:gd name="csY4" fmla="*/ 413518 h 610504"/>
                  <a:gd name="csX5" fmla="*/ 38096 w 800100"/>
                  <a:gd name="csY5" fmla="*/ 271105 h 610504"/>
                  <a:gd name="csX6" fmla="*/ 100013 w 800100"/>
                  <a:gd name="csY6" fmla="*/ 153486 h 610504"/>
                  <a:gd name="csX7" fmla="*/ 100013 w 800100"/>
                  <a:gd name="csY7" fmla="*/ 337261 h 610504"/>
                  <a:gd name="csX8" fmla="*/ 128588 w 800100"/>
                  <a:gd name="csY8" fmla="*/ 361369 h 610504"/>
                  <a:gd name="csX9" fmla="*/ 128588 w 800100"/>
                  <a:gd name="csY9" fmla="*/ 138341 h 610504"/>
                  <a:gd name="csX10" fmla="*/ 180689 w 800100"/>
                  <a:gd name="csY10" fmla="*/ 128349 h 610504"/>
                  <a:gd name="csX11" fmla="*/ 195263 w 800100"/>
                  <a:gd name="csY11" fmla="*/ 129302 h 610504"/>
                  <a:gd name="csX12" fmla="*/ 195263 w 800100"/>
                  <a:gd name="csY12" fmla="*/ 262976 h 610504"/>
                  <a:gd name="csX13" fmla="*/ 223838 w 800100"/>
                  <a:gd name="csY13" fmla="*/ 248688 h 610504"/>
                  <a:gd name="csX14" fmla="*/ 223838 w 800100"/>
                  <a:gd name="csY14" fmla="*/ 135674 h 610504"/>
                  <a:gd name="csX15" fmla="*/ 264795 w 800100"/>
                  <a:gd name="csY15" fmla="*/ 154315 h 610504"/>
                  <a:gd name="csX16" fmla="*/ 280902 w 800100"/>
                  <a:gd name="csY16" fmla="*/ 119548 h 610504"/>
                  <a:gd name="csX17" fmla="*/ 180689 w 800100"/>
                  <a:gd name="csY17" fmla="*/ 90249 h 610504"/>
                  <a:gd name="csX18" fmla="*/ 171 w 800100"/>
                  <a:gd name="csY18" fmla="*/ 267605 h 610504"/>
                  <a:gd name="csX19" fmla="*/ 0 w 800100"/>
                  <a:gd name="csY19" fmla="*/ 267605 h 610504"/>
                  <a:gd name="csX20" fmla="*/ 0 w 800100"/>
                  <a:gd name="csY20" fmla="*/ 610505 h 610504"/>
                  <a:gd name="csX21" fmla="*/ 800100 w 800100"/>
                  <a:gd name="csY21" fmla="*/ 610505 h 610504"/>
                  <a:gd name="csX22" fmla="*/ 800100 w 800100"/>
                  <a:gd name="csY22" fmla="*/ 104870 h 610504"/>
                  <a:gd name="csX23" fmla="*/ 95250 w 800100"/>
                  <a:gd name="csY23" fmla="*/ 553355 h 610504"/>
                  <a:gd name="csX24" fmla="*/ 38100 w 800100"/>
                  <a:gd name="csY24" fmla="*/ 553355 h 610504"/>
                  <a:gd name="csX25" fmla="*/ 38100 w 800100"/>
                  <a:gd name="csY25" fmla="*/ 381610 h 610504"/>
                  <a:gd name="csX26" fmla="*/ 95250 w 800100"/>
                  <a:gd name="csY26" fmla="*/ 430187 h 610504"/>
                  <a:gd name="csX27" fmla="*/ 190500 w 800100"/>
                  <a:gd name="csY27" fmla="*/ 553355 h 610504"/>
                  <a:gd name="csX28" fmla="*/ 133350 w 800100"/>
                  <a:gd name="csY28" fmla="*/ 553355 h 610504"/>
                  <a:gd name="csX29" fmla="*/ 133350 w 800100"/>
                  <a:gd name="csY29" fmla="*/ 445246 h 610504"/>
                  <a:gd name="csX30" fmla="*/ 179699 w 800100"/>
                  <a:gd name="csY30" fmla="*/ 451590 h 610504"/>
                  <a:gd name="csX31" fmla="*/ 179699 w 800100"/>
                  <a:gd name="csY31" fmla="*/ 451590 h 610504"/>
                  <a:gd name="csX32" fmla="*/ 190462 w 800100"/>
                  <a:gd name="csY32" fmla="*/ 451799 h 610504"/>
                  <a:gd name="csX33" fmla="*/ 285750 w 800100"/>
                  <a:gd name="csY33" fmla="*/ 553355 h 610504"/>
                  <a:gd name="csX34" fmla="*/ 228600 w 800100"/>
                  <a:gd name="csY34" fmla="*/ 553355 h 610504"/>
                  <a:gd name="csX35" fmla="*/ 228600 w 800100"/>
                  <a:gd name="csY35" fmla="*/ 448437 h 610504"/>
                  <a:gd name="csX36" fmla="*/ 285750 w 800100"/>
                  <a:gd name="csY36" fmla="*/ 428196 h 610504"/>
                  <a:gd name="csX37" fmla="*/ 381000 w 800100"/>
                  <a:gd name="csY37" fmla="*/ 553355 h 610504"/>
                  <a:gd name="csX38" fmla="*/ 323850 w 800100"/>
                  <a:gd name="csY38" fmla="*/ 553355 h 610504"/>
                  <a:gd name="csX39" fmla="*/ 323850 w 800100"/>
                  <a:gd name="csY39" fmla="*/ 401774 h 610504"/>
                  <a:gd name="csX40" fmla="*/ 381000 w 800100"/>
                  <a:gd name="csY40" fmla="*/ 335232 h 610504"/>
                  <a:gd name="csX41" fmla="*/ 419100 w 800100"/>
                  <a:gd name="csY41" fmla="*/ 266548 h 610504"/>
                  <a:gd name="csX42" fmla="*/ 436531 w 800100"/>
                  <a:gd name="csY42" fmla="*/ 228448 h 610504"/>
                  <a:gd name="csX43" fmla="*/ 442798 w 800100"/>
                  <a:gd name="csY43" fmla="*/ 214446 h 610504"/>
                  <a:gd name="csX44" fmla="*/ 476250 w 800100"/>
                  <a:gd name="csY44" fmla="*/ 146390 h 610504"/>
                  <a:gd name="csX45" fmla="*/ 476250 w 800100"/>
                  <a:gd name="csY45" fmla="*/ 553355 h 610504"/>
                  <a:gd name="csX46" fmla="*/ 419100 w 800100"/>
                  <a:gd name="csY46" fmla="*/ 553355 h 610504"/>
                  <a:gd name="csX47" fmla="*/ 571500 w 800100"/>
                  <a:gd name="csY47" fmla="*/ 553355 h 610504"/>
                  <a:gd name="csX48" fmla="*/ 514350 w 800100"/>
                  <a:gd name="csY48" fmla="*/ 553355 h 610504"/>
                  <a:gd name="csX49" fmla="*/ 514350 w 800100"/>
                  <a:gd name="csY49" fmla="*/ 90106 h 610504"/>
                  <a:gd name="csX50" fmla="*/ 571500 w 800100"/>
                  <a:gd name="csY50" fmla="*/ 47577 h 610504"/>
                  <a:gd name="csX51" fmla="*/ 666750 w 800100"/>
                  <a:gd name="csY51" fmla="*/ 553355 h 610504"/>
                  <a:gd name="csX52" fmla="*/ 609600 w 800100"/>
                  <a:gd name="csY52" fmla="*/ 553355 h 610504"/>
                  <a:gd name="csX53" fmla="*/ 609600 w 800100"/>
                  <a:gd name="csY53" fmla="*/ 38805 h 610504"/>
                  <a:gd name="csX54" fmla="*/ 621497 w 800100"/>
                  <a:gd name="csY54" fmla="*/ 38138 h 610504"/>
                  <a:gd name="csX55" fmla="*/ 666750 w 800100"/>
                  <a:gd name="csY55" fmla="*/ 44139 h 610504"/>
                  <a:gd name="csX56" fmla="*/ 762000 w 800100"/>
                  <a:gd name="csY56" fmla="*/ 553355 h 610504"/>
                  <a:gd name="csX57" fmla="*/ 704850 w 800100"/>
                  <a:gd name="csY57" fmla="*/ 553355 h 610504"/>
                  <a:gd name="csX58" fmla="*/ 704850 w 800100"/>
                  <a:gd name="csY58" fmla="*/ 60912 h 610504"/>
                  <a:gd name="csX59" fmla="*/ 762000 w 800100"/>
                  <a:gd name="csY59" fmla="*/ 116777 h 6105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</a:cxnLst>
                <a:rect l="l" t="t" r="r" b="b"/>
                <a:pathLst>
                  <a:path w="800100" h="610504">
                    <a:moveTo>
                      <a:pt x="796766" y="99965"/>
                    </a:moveTo>
                    <a:cubicBezTo>
                      <a:pt x="750703" y="32699"/>
                      <a:pt x="693372" y="0"/>
                      <a:pt x="621506" y="0"/>
                    </a:cubicBezTo>
                    <a:cubicBezTo>
                      <a:pt x="507683" y="0"/>
                      <a:pt x="455619" y="93974"/>
                      <a:pt x="408146" y="198672"/>
                    </a:cubicBezTo>
                    <a:cubicBezTo>
                      <a:pt x="406127" y="203111"/>
                      <a:pt x="404003" y="207883"/>
                      <a:pt x="401765" y="212912"/>
                    </a:cubicBezTo>
                    <a:cubicBezTo>
                      <a:pt x="367255" y="290360"/>
                      <a:pt x="309563" y="419824"/>
                      <a:pt x="180689" y="413518"/>
                    </a:cubicBezTo>
                    <a:cubicBezTo>
                      <a:pt x="101987" y="413568"/>
                      <a:pt x="38146" y="349808"/>
                      <a:pt x="38096" y="271105"/>
                    </a:cubicBezTo>
                    <a:cubicBezTo>
                      <a:pt x="38066" y="224085"/>
                      <a:pt x="61232" y="180076"/>
                      <a:pt x="100013" y="153486"/>
                    </a:cubicBezTo>
                    <a:lnTo>
                      <a:pt x="100013" y="337261"/>
                    </a:lnTo>
                    <a:cubicBezTo>
                      <a:pt x="108023" y="346938"/>
                      <a:pt x="117700" y="355102"/>
                      <a:pt x="128588" y="361369"/>
                    </a:cubicBezTo>
                    <a:lnTo>
                      <a:pt x="128588" y="138341"/>
                    </a:lnTo>
                    <a:cubicBezTo>
                      <a:pt x="145171" y="131759"/>
                      <a:pt x="162848" y="128369"/>
                      <a:pt x="180689" y="128349"/>
                    </a:cubicBezTo>
                    <a:cubicBezTo>
                      <a:pt x="185561" y="128380"/>
                      <a:pt x="190428" y="128698"/>
                      <a:pt x="195263" y="129302"/>
                    </a:cubicBezTo>
                    <a:lnTo>
                      <a:pt x="195263" y="262976"/>
                    </a:lnTo>
                    <a:lnTo>
                      <a:pt x="223838" y="248688"/>
                    </a:lnTo>
                    <a:lnTo>
                      <a:pt x="223838" y="135674"/>
                    </a:lnTo>
                    <a:cubicBezTo>
                      <a:pt x="238111" y="140421"/>
                      <a:pt x="251840" y="146670"/>
                      <a:pt x="264795" y="154315"/>
                    </a:cubicBezTo>
                    <a:lnTo>
                      <a:pt x="280902" y="119548"/>
                    </a:lnTo>
                    <a:cubicBezTo>
                      <a:pt x="250626" y="101207"/>
                      <a:pt x="216077" y="91106"/>
                      <a:pt x="180689" y="90249"/>
                    </a:cubicBezTo>
                    <a:cubicBezTo>
                      <a:pt x="82277" y="90387"/>
                      <a:pt x="2048" y="169210"/>
                      <a:pt x="171" y="267605"/>
                    </a:cubicBezTo>
                    <a:lnTo>
                      <a:pt x="0" y="267605"/>
                    </a:lnTo>
                    <a:lnTo>
                      <a:pt x="0" y="610505"/>
                    </a:lnTo>
                    <a:lnTo>
                      <a:pt x="800100" y="610505"/>
                    </a:lnTo>
                    <a:lnTo>
                      <a:pt x="800100" y="104870"/>
                    </a:lnTo>
                    <a:close/>
                    <a:moveTo>
                      <a:pt x="95250" y="553355"/>
                    </a:moveTo>
                    <a:lnTo>
                      <a:pt x="38100" y="553355"/>
                    </a:lnTo>
                    <a:lnTo>
                      <a:pt x="38100" y="381610"/>
                    </a:lnTo>
                    <a:cubicBezTo>
                      <a:pt x="53564" y="401602"/>
                      <a:pt x="73028" y="418147"/>
                      <a:pt x="95250" y="430187"/>
                    </a:cubicBezTo>
                    <a:close/>
                    <a:moveTo>
                      <a:pt x="190500" y="553355"/>
                    </a:moveTo>
                    <a:lnTo>
                      <a:pt x="133350" y="553355"/>
                    </a:lnTo>
                    <a:lnTo>
                      <a:pt x="133350" y="445246"/>
                    </a:lnTo>
                    <a:cubicBezTo>
                      <a:pt x="148450" y="449405"/>
                      <a:pt x="164037" y="451538"/>
                      <a:pt x="179699" y="451590"/>
                    </a:cubicBezTo>
                    <a:lnTo>
                      <a:pt x="179699" y="451590"/>
                    </a:lnTo>
                    <a:cubicBezTo>
                      <a:pt x="183347" y="451780"/>
                      <a:pt x="186909" y="451790"/>
                      <a:pt x="190462" y="451799"/>
                    </a:cubicBezTo>
                    <a:close/>
                    <a:moveTo>
                      <a:pt x="285750" y="553355"/>
                    </a:moveTo>
                    <a:lnTo>
                      <a:pt x="228600" y="553355"/>
                    </a:lnTo>
                    <a:lnTo>
                      <a:pt x="228600" y="448437"/>
                    </a:lnTo>
                    <a:cubicBezTo>
                      <a:pt x="248601" y="444757"/>
                      <a:pt x="267891" y="437925"/>
                      <a:pt x="285750" y="428196"/>
                    </a:cubicBezTo>
                    <a:close/>
                    <a:moveTo>
                      <a:pt x="381000" y="553355"/>
                    </a:moveTo>
                    <a:lnTo>
                      <a:pt x="323850" y="553355"/>
                    </a:lnTo>
                    <a:lnTo>
                      <a:pt x="323850" y="401774"/>
                    </a:lnTo>
                    <a:cubicBezTo>
                      <a:pt x="345894" y="382352"/>
                      <a:pt x="365128" y="359956"/>
                      <a:pt x="381000" y="335232"/>
                    </a:cubicBezTo>
                    <a:close/>
                    <a:moveTo>
                      <a:pt x="419100" y="266548"/>
                    </a:moveTo>
                    <a:cubicBezTo>
                      <a:pt x="425634" y="252889"/>
                      <a:pt x="431416" y="239935"/>
                      <a:pt x="436531" y="228448"/>
                    </a:cubicBezTo>
                    <a:cubicBezTo>
                      <a:pt x="438734" y="223501"/>
                      <a:pt x="440824" y="218834"/>
                      <a:pt x="442798" y="214446"/>
                    </a:cubicBezTo>
                    <a:cubicBezTo>
                      <a:pt x="453714" y="190405"/>
                      <a:pt x="464620" y="167392"/>
                      <a:pt x="476250" y="146390"/>
                    </a:cubicBezTo>
                    <a:lnTo>
                      <a:pt x="476250" y="553355"/>
                    </a:lnTo>
                    <a:lnTo>
                      <a:pt x="419100" y="553355"/>
                    </a:lnTo>
                    <a:close/>
                    <a:moveTo>
                      <a:pt x="571500" y="553355"/>
                    </a:moveTo>
                    <a:lnTo>
                      <a:pt x="514350" y="553355"/>
                    </a:lnTo>
                    <a:lnTo>
                      <a:pt x="514350" y="90106"/>
                    </a:lnTo>
                    <a:cubicBezTo>
                      <a:pt x="529714" y="71553"/>
                      <a:pt x="549315" y="56965"/>
                      <a:pt x="571500" y="47577"/>
                    </a:cubicBezTo>
                    <a:close/>
                    <a:moveTo>
                      <a:pt x="666750" y="553355"/>
                    </a:moveTo>
                    <a:lnTo>
                      <a:pt x="609600" y="553355"/>
                    </a:lnTo>
                    <a:lnTo>
                      <a:pt x="609600" y="38805"/>
                    </a:lnTo>
                    <a:cubicBezTo>
                      <a:pt x="613505" y="38481"/>
                      <a:pt x="617401" y="38138"/>
                      <a:pt x="621497" y="38138"/>
                    </a:cubicBezTo>
                    <a:cubicBezTo>
                      <a:pt x="636784" y="38056"/>
                      <a:pt x="652012" y="40075"/>
                      <a:pt x="666750" y="44139"/>
                    </a:cubicBezTo>
                    <a:close/>
                    <a:moveTo>
                      <a:pt x="762000" y="553355"/>
                    </a:moveTo>
                    <a:lnTo>
                      <a:pt x="704850" y="553355"/>
                    </a:lnTo>
                    <a:lnTo>
                      <a:pt x="704850" y="60912"/>
                    </a:lnTo>
                    <a:cubicBezTo>
                      <a:pt x="727432" y="75541"/>
                      <a:pt x="746862" y="94534"/>
                      <a:pt x="762000" y="11677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8649DAE-A329-BCB9-856D-5B804C2C0ECE}"/>
              </a:ext>
            </a:extLst>
          </p:cNvPr>
          <p:cNvGrpSpPr/>
          <p:nvPr/>
        </p:nvGrpSpPr>
        <p:grpSpPr>
          <a:xfrm>
            <a:off x="4233000" y="3429000"/>
            <a:ext cx="1440000" cy="1440000"/>
            <a:chOff x="4953000" y="3429000"/>
            <a:chExt cx="1440000" cy="1440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4CE0D29-8D26-082D-BA78-264C049DC6A6}"/>
                </a:ext>
              </a:extLst>
            </p:cNvPr>
            <p:cNvSpPr/>
            <p:nvPr/>
          </p:nvSpPr>
          <p:spPr>
            <a:xfrm>
              <a:off x="495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ZOO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8E744B1D-8DFE-C06D-7F18-73E6FF3364D3}"/>
                </a:ext>
              </a:extLst>
            </p:cNvPr>
            <p:cNvGrpSpPr/>
            <p:nvPr/>
          </p:nvGrpSpPr>
          <p:grpSpPr>
            <a:xfrm>
              <a:off x="5245896" y="3862519"/>
              <a:ext cx="862778" cy="581858"/>
              <a:chOff x="3883721" y="4225573"/>
              <a:chExt cx="861556" cy="581035"/>
            </a:xfrm>
          </p:grpSpPr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816676F1-5DFC-D2E3-2216-AD1BCBAECEAF}"/>
                  </a:ext>
                </a:extLst>
              </p:cNvPr>
              <p:cNvSpPr/>
              <p:nvPr/>
            </p:nvSpPr>
            <p:spPr>
              <a:xfrm>
                <a:off x="4078549" y="4644683"/>
                <a:ext cx="76200" cy="161925"/>
              </a:xfrm>
              <a:custGeom>
                <a:avLst/>
                <a:gdLst>
                  <a:gd name="csX0" fmla="*/ 0 w 76200"/>
                  <a:gd name="csY0" fmla="*/ 0 h 161925"/>
                  <a:gd name="csX1" fmla="*/ 0 w 76200"/>
                  <a:gd name="csY1" fmla="*/ 123825 h 161925"/>
                  <a:gd name="csX2" fmla="*/ 38100 w 76200"/>
                  <a:gd name="csY2" fmla="*/ 161925 h 161925"/>
                  <a:gd name="csX3" fmla="*/ 76200 w 76200"/>
                  <a:gd name="csY3" fmla="*/ 123825 h 161925"/>
                  <a:gd name="csX4" fmla="*/ 76200 w 76200"/>
                  <a:gd name="csY4" fmla="*/ 6953 h 161925"/>
                  <a:gd name="csX5" fmla="*/ 0 w 76200"/>
                  <a:gd name="csY5" fmla="*/ 0 h 161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6200" h="161925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44867"/>
                      <a:pt x="17058" y="161925"/>
                      <a:pt x="38100" y="161925"/>
                    </a:cubicBezTo>
                    <a:cubicBezTo>
                      <a:pt x="59142" y="161925"/>
                      <a:pt x="76200" y="144867"/>
                      <a:pt x="76200" y="123825"/>
                    </a:cubicBezTo>
                    <a:lnTo>
                      <a:pt x="76200" y="6953"/>
                    </a:lnTo>
                    <a:cubicBezTo>
                      <a:pt x="50674" y="6330"/>
                      <a:pt x="25217" y="4007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dirty="0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091EC616-7D35-E1B0-95E8-D6385EFA0A36}"/>
                  </a:ext>
                </a:extLst>
              </p:cNvPr>
              <p:cNvSpPr/>
              <p:nvPr/>
            </p:nvSpPr>
            <p:spPr>
              <a:xfrm>
                <a:off x="3883721" y="4225573"/>
                <a:ext cx="861556" cy="581035"/>
              </a:xfrm>
              <a:custGeom>
                <a:avLst/>
                <a:gdLst>
                  <a:gd name="csX0" fmla="*/ 849309 w 861556"/>
                  <a:gd name="csY0" fmla="*/ 440920 h 581035"/>
                  <a:gd name="csX1" fmla="*/ 824830 w 861556"/>
                  <a:gd name="csY1" fmla="*/ 450445 h 581035"/>
                  <a:gd name="csX2" fmla="*/ 818543 w 861556"/>
                  <a:gd name="csY2" fmla="*/ 462256 h 581035"/>
                  <a:gd name="csX3" fmla="*/ 789159 w 861556"/>
                  <a:gd name="csY3" fmla="*/ 470715 h 581035"/>
                  <a:gd name="csX4" fmla="*/ 788063 w 861556"/>
                  <a:gd name="csY4" fmla="*/ 470066 h 581035"/>
                  <a:gd name="csX5" fmla="*/ 779015 w 861556"/>
                  <a:gd name="csY5" fmla="*/ 445015 h 581035"/>
                  <a:gd name="csX6" fmla="*/ 780634 w 861556"/>
                  <a:gd name="csY6" fmla="*/ 438919 h 581035"/>
                  <a:gd name="csX7" fmla="*/ 830831 w 861556"/>
                  <a:gd name="csY7" fmla="*/ 302236 h 581035"/>
                  <a:gd name="csX8" fmla="*/ 819115 w 861556"/>
                  <a:gd name="csY8" fmla="*/ 155551 h 581035"/>
                  <a:gd name="csX9" fmla="*/ 766632 w 861556"/>
                  <a:gd name="csY9" fmla="*/ 54967 h 581035"/>
                  <a:gd name="csX10" fmla="*/ 720055 w 861556"/>
                  <a:gd name="csY10" fmla="*/ 26392 h 581035"/>
                  <a:gd name="csX11" fmla="*/ 666143 w 861556"/>
                  <a:gd name="csY11" fmla="*/ 26392 h 581035"/>
                  <a:gd name="csX12" fmla="*/ 640712 w 861556"/>
                  <a:gd name="csY12" fmla="*/ 7913 h 581035"/>
                  <a:gd name="csX13" fmla="*/ 636044 w 861556"/>
                  <a:gd name="csY13" fmla="*/ 5151 h 581035"/>
                  <a:gd name="csX14" fmla="*/ 564226 w 861556"/>
                  <a:gd name="csY14" fmla="*/ 18867 h 581035"/>
                  <a:gd name="csX15" fmla="*/ 557368 w 861556"/>
                  <a:gd name="csY15" fmla="*/ 27058 h 581035"/>
                  <a:gd name="csX16" fmla="*/ 518030 w 861556"/>
                  <a:gd name="csY16" fmla="*/ 116974 h 581035"/>
                  <a:gd name="csX17" fmla="*/ 515839 w 861556"/>
                  <a:gd name="csY17" fmla="*/ 140025 h 581035"/>
                  <a:gd name="csX18" fmla="*/ 535651 w 861556"/>
                  <a:gd name="csY18" fmla="*/ 161742 h 581035"/>
                  <a:gd name="csX19" fmla="*/ 630901 w 861556"/>
                  <a:gd name="csY19" fmla="*/ 199842 h 581035"/>
                  <a:gd name="csX20" fmla="*/ 660905 w 861556"/>
                  <a:gd name="csY20" fmla="*/ 196984 h 581035"/>
                  <a:gd name="csX21" fmla="*/ 675002 w 861556"/>
                  <a:gd name="csY21" fmla="*/ 187459 h 581035"/>
                  <a:gd name="csX22" fmla="*/ 688718 w 861556"/>
                  <a:gd name="csY22" fmla="*/ 190412 h 581035"/>
                  <a:gd name="csX23" fmla="*/ 685765 w 861556"/>
                  <a:gd name="csY23" fmla="*/ 204128 h 581035"/>
                  <a:gd name="csX24" fmla="*/ 671573 w 861556"/>
                  <a:gd name="csY24" fmla="*/ 213082 h 581035"/>
                  <a:gd name="csX25" fmla="*/ 643569 w 861556"/>
                  <a:gd name="csY25" fmla="*/ 221273 h 581035"/>
                  <a:gd name="csX26" fmla="*/ 624519 w 861556"/>
                  <a:gd name="csY26" fmla="*/ 217654 h 581035"/>
                  <a:gd name="csX27" fmla="*/ 530317 w 861556"/>
                  <a:gd name="csY27" fmla="*/ 180792 h 581035"/>
                  <a:gd name="csX28" fmla="*/ 501742 w 861556"/>
                  <a:gd name="csY28" fmla="*/ 155551 h 581035"/>
                  <a:gd name="csX29" fmla="*/ 500408 w 861556"/>
                  <a:gd name="csY29" fmla="*/ 110688 h 581035"/>
                  <a:gd name="csX30" fmla="*/ 534127 w 861556"/>
                  <a:gd name="csY30" fmla="*/ 34488 h 581035"/>
                  <a:gd name="csX31" fmla="*/ 532031 w 861556"/>
                  <a:gd name="csY31" fmla="*/ 34488 h 581035"/>
                  <a:gd name="csX32" fmla="*/ 501551 w 861556"/>
                  <a:gd name="csY32" fmla="*/ 29249 h 581035"/>
                  <a:gd name="csX33" fmla="*/ 451164 w 861556"/>
                  <a:gd name="csY33" fmla="*/ 14866 h 581035"/>
                  <a:gd name="csX34" fmla="*/ 422589 w 861556"/>
                  <a:gd name="csY34" fmla="*/ 10771 h 581035"/>
                  <a:gd name="csX35" fmla="*/ 239423 w 861556"/>
                  <a:gd name="csY35" fmla="*/ 10771 h 581035"/>
                  <a:gd name="csX36" fmla="*/ 84261 w 861556"/>
                  <a:gd name="csY36" fmla="*/ 71540 h 581035"/>
                  <a:gd name="csX37" fmla="*/ 27397 w 861556"/>
                  <a:gd name="csY37" fmla="*/ 199842 h 581035"/>
                  <a:gd name="csX38" fmla="*/ 27397 w 861556"/>
                  <a:gd name="csY38" fmla="*/ 351480 h 581035"/>
                  <a:gd name="csX39" fmla="*/ 6537 w 861556"/>
                  <a:gd name="csY39" fmla="*/ 387008 h 581035"/>
                  <a:gd name="csX40" fmla="*/ 2288 w 861556"/>
                  <a:gd name="csY40" fmla="*/ 406762 h 581035"/>
                  <a:gd name="csX41" fmla="*/ 14252 w 861556"/>
                  <a:gd name="csY41" fmla="*/ 413297 h 581035"/>
                  <a:gd name="csX42" fmla="*/ 21396 w 861556"/>
                  <a:gd name="csY42" fmla="*/ 411392 h 581035"/>
                  <a:gd name="csX43" fmla="*/ 55972 w 861556"/>
                  <a:gd name="csY43" fmla="*/ 351480 h 581035"/>
                  <a:gd name="csX44" fmla="*/ 55972 w 861556"/>
                  <a:gd name="csY44" fmla="*/ 263088 h 581035"/>
                  <a:gd name="csX45" fmla="*/ 103597 w 861556"/>
                  <a:gd name="csY45" fmla="*/ 349765 h 581035"/>
                  <a:gd name="csX46" fmla="*/ 103597 w 861556"/>
                  <a:gd name="csY46" fmla="*/ 541123 h 581035"/>
                  <a:gd name="csX47" fmla="*/ 138268 w 861556"/>
                  <a:gd name="csY47" fmla="*/ 580842 h 581035"/>
                  <a:gd name="csX48" fmla="*/ 179987 w 861556"/>
                  <a:gd name="csY48" fmla="*/ 546743 h 581035"/>
                  <a:gd name="csX49" fmla="*/ 180178 w 861556"/>
                  <a:gd name="csY49" fmla="*/ 542742 h 581035"/>
                  <a:gd name="csX50" fmla="*/ 180178 w 861556"/>
                  <a:gd name="csY50" fmla="*/ 395009 h 581035"/>
                  <a:gd name="csX51" fmla="*/ 432781 w 861556"/>
                  <a:gd name="csY51" fmla="*/ 384627 h 581035"/>
                  <a:gd name="csX52" fmla="*/ 432781 w 861556"/>
                  <a:gd name="csY52" fmla="*/ 541123 h 581035"/>
                  <a:gd name="csX53" fmla="*/ 467166 w 861556"/>
                  <a:gd name="csY53" fmla="*/ 580842 h 581035"/>
                  <a:gd name="csX54" fmla="*/ 508800 w 861556"/>
                  <a:gd name="csY54" fmla="*/ 546639 h 581035"/>
                  <a:gd name="csX55" fmla="*/ 508981 w 861556"/>
                  <a:gd name="csY55" fmla="*/ 542742 h 581035"/>
                  <a:gd name="csX56" fmla="*/ 508981 w 861556"/>
                  <a:gd name="csY56" fmla="*/ 354814 h 581035"/>
                  <a:gd name="csX57" fmla="*/ 537556 w 861556"/>
                  <a:gd name="csY57" fmla="*/ 341193 h 581035"/>
                  <a:gd name="csX58" fmla="*/ 537556 w 861556"/>
                  <a:gd name="csY58" fmla="*/ 541218 h 581035"/>
                  <a:gd name="csX59" fmla="*/ 572036 w 861556"/>
                  <a:gd name="csY59" fmla="*/ 580842 h 581035"/>
                  <a:gd name="csX60" fmla="*/ 613670 w 861556"/>
                  <a:gd name="csY60" fmla="*/ 546639 h 581035"/>
                  <a:gd name="csX61" fmla="*/ 613851 w 861556"/>
                  <a:gd name="csY61" fmla="*/ 542742 h 581035"/>
                  <a:gd name="csX62" fmla="*/ 613851 w 861556"/>
                  <a:gd name="csY62" fmla="*/ 317571 h 581035"/>
                  <a:gd name="csX63" fmla="*/ 613851 w 861556"/>
                  <a:gd name="csY63" fmla="*/ 308046 h 581035"/>
                  <a:gd name="csX64" fmla="*/ 614899 w 861556"/>
                  <a:gd name="csY64" fmla="*/ 298521 h 581035"/>
                  <a:gd name="csX65" fmla="*/ 622138 w 861556"/>
                  <a:gd name="csY65" fmla="*/ 264707 h 581035"/>
                  <a:gd name="csX66" fmla="*/ 639717 w 861556"/>
                  <a:gd name="csY66" fmla="*/ 254474 h 581035"/>
                  <a:gd name="csX67" fmla="*/ 641759 w 861556"/>
                  <a:gd name="csY67" fmla="*/ 255182 h 581035"/>
                  <a:gd name="csX68" fmla="*/ 652237 w 861556"/>
                  <a:gd name="csY68" fmla="*/ 264707 h 581035"/>
                  <a:gd name="csX69" fmla="*/ 695290 w 861556"/>
                  <a:gd name="csY69" fmla="*/ 278423 h 581035"/>
                  <a:gd name="csX70" fmla="*/ 714340 w 861556"/>
                  <a:gd name="csY70" fmla="*/ 278423 h 581035"/>
                  <a:gd name="csX71" fmla="*/ 749678 w 861556"/>
                  <a:gd name="csY71" fmla="*/ 316523 h 581035"/>
                  <a:gd name="csX72" fmla="*/ 741010 w 861556"/>
                  <a:gd name="csY72" fmla="*/ 445587 h 581035"/>
                  <a:gd name="csX73" fmla="*/ 777967 w 861556"/>
                  <a:gd name="csY73" fmla="*/ 506833 h 581035"/>
                  <a:gd name="csX74" fmla="*/ 800255 w 861556"/>
                  <a:gd name="csY74" fmla="*/ 511119 h 581035"/>
                  <a:gd name="csX75" fmla="*/ 852833 w 861556"/>
                  <a:gd name="csY75" fmla="*/ 479972 h 581035"/>
                  <a:gd name="csX76" fmla="*/ 859691 w 861556"/>
                  <a:gd name="csY76" fmla="*/ 466923 h 581035"/>
                  <a:gd name="csX77" fmla="*/ 850713 w 861556"/>
                  <a:gd name="csY77" fmla="*/ 441523 h 581035"/>
                  <a:gd name="csX78" fmla="*/ 849309 w 861556"/>
                  <a:gd name="csY78" fmla="*/ 440920 h 5810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</a:cxnLst>
                <a:rect l="l" t="t" r="r" b="b"/>
                <a:pathLst>
                  <a:path w="861556" h="581035">
                    <a:moveTo>
                      <a:pt x="849309" y="440920"/>
                    </a:moveTo>
                    <a:cubicBezTo>
                      <a:pt x="839916" y="437497"/>
                      <a:pt x="829440" y="441573"/>
                      <a:pt x="824830" y="450445"/>
                    </a:cubicBezTo>
                    <a:lnTo>
                      <a:pt x="818543" y="462256"/>
                    </a:lnTo>
                    <a:cubicBezTo>
                      <a:pt x="812765" y="472705"/>
                      <a:pt x="799610" y="476494"/>
                      <a:pt x="789159" y="470715"/>
                    </a:cubicBezTo>
                    <a:cubicBezTo>
                      <a:pt x="788787" y="470509"/>
                      <a:pt x="788422" y="470293"/>
                      <a:pt x="788063" y="470066"/>
                    </a:cubicBezTo>
                    <a:cubicBezTo>
                      <a:pt x="779892" y="464594"/>
                      <a:pt x="776227" y="454446"/>
                      <a:pt x="779015" y="445015"/>
                    </a:cubicBezTo>
                    <a:lnTo>
                      <a:pt x="780634" y="438919"/>
                    </a:lnTo>
                    <a:lnTo>
                      <a:pt x="830831" y="302236"/>
                    </a:lnTo>
                    <a:cubicBezTo>
                      <a:pt x="848531" y="253975"/>
                      <a:pt x="844251" y="200390"/>
                      <a:pt x="819115" y="155551"/>
                    </a:cubicBezTo>
                    <a:lnTo>
                      <a:pt x="766632" y="54967"/>
                    </a:lnTo>
                    <a:cubicBezTo>
                      <a:pt x="757747" y="37411"/>
                      <a:pt x="739731" y="26357"/>
                      <a:pt x="720055" y="26392"/>
                    </a:cubicBezTo>
                    <a:lnTo>
                      <a:pt x="666143" y="26392"/>
                    </a:lnTo>
                    <a:lnTo>
                      <a:pt x="640712" y="7913"/>
                    </a:lnTo>
                    <a:cubicBezTo>
                      <a:pt x="639256" y="6833"/>
                      <a:pt x="637692" y="5907"/>
                      <a:pt x="636044" y="5151"/>
                    </a:cubicBezTo>
                    <a:cubicBezTo>
                      <a:pt x="611525" y="-5138"/>
                      <a:pt x="583227" y="266"/>
                      <a:pt x="564226" y="18867"/>
                    </a:cubicBezTo>
                    <a:cubicBezTo>
                      <a:pt x="561566" y="21261"/>
                      <a:pt x="559258" y="24019"/>
                      <a:pt x="557368" y="27058"/>
                    </a:cubicBezTo>
                    <a:lnTo>
                      <a:pt x="518030" y="116974"/>
                    </a:lnTo>
                    <a:cubicBezTo>
                      <a:pt x="514709" y="124188"/>
                      <a:pt x="513937" y="132315"/>
                      <a:pt x="515839" y="140025"/>
                    </a:cubicBezTo>
                    <a:cubicBezTo>
                      <a:pt x="518656" y="149978"/>
                      <a:pt x="525996" y="158025"/>
                      <a:pt x="535651" y="161742"/>
                    </a:cubicBezTo>
                    <a:lnTo>
                      <a:pt x="630901" y="199842"/>
                    </a:lnTo>
                    <a:cubicBezTo>
                      <a:pt x="640782" y="203755"/>
                      <a:pt x="651940" y="202692"/>
                      <a:pt x="660905" y="196984"/>
                    </a:cubicBezTo>
                    <a:lnTo>
                      <a:pt x="675002" y="187459"/>
                    </a:lnTo>
                    <a:cubicBezTo>
                      <a:pt x="679604" y="184488"/>
                      <a:pt x="685746" y="185810"/>
                      <a:pt x="688718" y="190412"/>
                    </a:cubicBezTo>
                    <a:cubicBezTo>
                      <a:pt x="691689" y="195016"/>
                      <a:pt x="690368" y="201156"/>
                      <a:pt x="685765" y="204128"/>
                    </a:cubicBezTo>
                    <a:lnTo>
                      <a:pt x="671573" y="213082"/>
                    </a:lnTo>
                    <a:cubicBezTo>
                      <a:pt x="663215" y="218438"/>
                      <a:pt x="653495" y="221282"/>
                      <a:pt x="643569" y="221273"/>
                    </a:cubicBezTo>
                    <a:cubicBezTo>
                      <a:pt x="637051" y="221239"/>
                      <a:pt x="630595" y="220012"/>
                      <a:pt x="624519" y="217654"/>
                    </a:cubicBezTo>
                    <a:lnTo>
                      <a:pt x="530317" y="180792"/>
                    </a:lnTo>
                    <a:cubicBezTo>
                      <a:pt x="518076" y="176072"/>
                      <a:pt x="507936" y="167115"/>
                      <a:pt x="501742" y="155551"/>
                    </a:cubicBezTo>
                    <a:cubicBezTo>
                      <a:pt x="494508" y="141575"/>
                      <a:pt x="494017" y="125069"/>
                      <a:pt x="500408" y="110688"/>
                    </a:cubicBezTo>
                    <a:lnTo>
                      <a:pt x="534127" y="34488"/>
                    </a:lnTo>
                    <a:lnTo>
                      <a:pt x="532031" y="34488"/>
                    </a:lnTo>
                    <a:cubicBezTo>
                      <a:pt x="521730" y="33694"/>
                      <a:pt x="511526" y="31941"/>
                      <a:pt x="501551" y="29249"/>
                    </a:cubicBezTo>
                    <a:lnTo>
                      <a:pt x="451164" y="14866"/>
                    </a:lnTo>
                    <a:cubicBezTo>
                      <a:pt x="441870" y="12207"/>
                      <a:pt x="432256" y="10829"/>
                      <a:pt x="422589" y="10771"/>
                    </a:cubicBezTo>
                    <a:lnTo>
                      <a:pt x="239423" y="10771"/>
                    </a:lnTo>
                    <a:cubicBezTo>
                      <a:pt x="177130" y="10771"/>
                      <a:pt x="116837" y="36393"/>
                      <a:pt x="84261" y="71540"/>
                    </a:cubicBezTo>
                    <a:cubicBezTo>
                      <a:pt x="48454" y="104657"/>
                      <a:pt x="27883" y="151070"/>
                      <a:pt x="27397" y="199842"/>
                    </a:cubicBezTo>
                    <a:lnTo>
                      <a:pt x="27397" y="351480"/>
                    </a:lnTo>
                    <a:cubicBezTo>
                      <a:pt x="26964" y="366107"/>
                      <a:pt x="19099" y="379502"/>
                      <a:pt x="6537" y="387008"/>
                    </a:cubicBezTo>
                    <a:cubicBezTo>
                      <a:pt x="-91" y="391290"/>
                      <a:pt x="-1994" y="400134"/>
                      <a:pt x="2288" y="406762"/>
                    </a:cubicBezTo>
                    <a:cubicBezTo>
                      <a:pt x="4912" y="410825"/>
                      <a:pt x="9415" y="413285"/>
                      <a:pt x="14252" y="413297"/>
                    </a:cubicBezTo>
                    <a:cubicBezTo>
                      <a:pt x="16756" y="413274"/>
                      <a:pt x="19213" y="412619"/>
                      <a:pt x="21396" y="411392"/>
                    </a:cubicBezTo>
                    <a:cubicBezTo>
                      <a:pt x="42742" y="398978"/>
                      <a:pt x="55903" y="376173"/>
                      <a:pt x="55972" y="351480"/>
                    </a:cubicBezTo>
                    <a:lnTo>
                      <a:pt x="55972" y="263088"/>
                    </a:lnTo>
                    <a:cubicBezTo>
                      <a:pt x="64704" y="295366"/>
                      <a:pt x="81033" y="325086"/>
                      <a:pt x="103597" y="349765"/>
                    </a:cubicBezTo>
                    <a:lnTo>
                      <a:pt x="103597" y="541123"/>
                    </a:lnTo>
                    <a:cubicBezTo>
                      <a:pt x="103170" y="561327"/>
                      <a:pt x="118191" y="578536"/>
                      <a:pt x="138268" y="580842"/>
                    </a:cubicBezTo>
                    <a:cubicBezTo>
                      <a:pt x="159205" y="582946"/>
                      <a:pt x="177883" y="567680"/>
                      <a:pt x="179987" y="546743"/>
                    </a:cubicBezTo>
                    <a:cubicBezTo>
                      <a:pt x="180121" y="545414"/>
                      <a:pt x="180184" y="544078"/>
                      <a:pt x="180178" y="542742"/>
                    </a:cubicBezTo>
                    <a:lnTo>
                      <a:pt x="180178" y="395009"/>
                    </a:lnTo>
                    <a:cubicBezTo>
                      <a:pt x="276190" y="413964"/>
                      <a:pt x="352390" y="410154"/>
                      <a:pt x="432781" y="384627"/>
                    </a:cubicBezTo>
                    <a:lnTo>
                      <a:pt x="432781" y="541123"/>
                    </a:lnTo>
                    <a:cubicBezTo>
                      <a:pt x="432383" y="561214"/>
                      <a:pt x="447225" y="578359"/>
                      <a:pt x="467166" y="580842"/>
                    </a:cubicBezTo>
                    <a:cubicBezTo>
                      <a:pt x="488108" y="582894"/>
                      <a:pt x="506748" y="567580"/>
                      <a:pt x="508800" y="546639"/>
                    </a:cubicBezTo>
                    <a:cubicBezTo>
                      <a:pt x="508927" y="545344"/>
                      <a:pt x="508987" y="544043"/>
                      <a:pt x="508981" y="542742"/>
                    </a:cubicBezTo>
                    <a:lnTo>
                      <a:pt x="508981" y="354814"/>
                    </a:lnTo>
                    <a:cubicBezTo>
                      <a:pt x="518506" y="350527"/>
                      <a:pt x="528031" y="345955"/>
                      <a:pt x="537556" y="341193"/>
                    </a:cubicBezTo>
                    <a:lnTo>
                      <a:pt x="537556" y="541218"/>
                    </a:lnTo>
                    <a:cubicBezTo>
                      <a:pt x="537213" y="561304"/>
                      <a:pt x="552095" y="578406"/>
                      <a:pt x="572036" y="580842"/>
                    </a:cubicBezTo>
                    <a:cubicBezTo>
                      <a:pt x="592978" y="582894"/>
                      <a:pt x="611618" y="567580"/>
                      <a:pt x="613670" y="546639"/>
                    </a:cubicBezTo>
                    <a:cubicBezTo>
                      <a:pt x="613797" y="545344"/>
                      <a:pt x="613857" y="544043"/>
                      <a:pt x="613851" y="542742"/>
                    </a:cubicBezTo>
                    <a:lnTo>
                      <a:pt x="613851" y="317571"/>
                    </a:lnTo>
                    <a:lnTo>
                      <a:pt x="613851" y="308046"/>
                    </a:lnTo>
                    <a:cubicBezTo>
                      <a:pt x="613887" y="304844"/>
                      <a:pt x="614239" y="301654"/>
                      <a:pt x="614899" y="298521"/>
                    </a:cubicBezTo>
                    <a:lnTo>
                      <a:pt x="622138" y="264707"/>
                    </a:lnTo>
                    <a:cubicBezTo>
                      <a:pt x="624167" y="257027"/>
                      <a:pt x="632037" y="252446"/>
                      <a:pt x="639717" y="254474"/>
                    </a:cubicBezTo>
                    <a:cubicBezTo>
                      <a:pt x="640414" y="254659"/>
                      <a:pt x="641097" y="254895"/>
                      <a:pt x="641759" y="255182"/>
                    </a:cubicBezTo>
                    <a:lnTo>
                      <a:pt x="652237" y="264707"/>
                    </a:lnTo>
                    <a:cubicBezTo>
                      <a:pt x="664122" y="274949"/>
                      <a:pt x="679670" y="279902"/>
                      <a:pt x="695290" y="278423"/>
                    </a:cubicBezTo>
                    <a:lnTo>
                      <a:pt x="714340" y="278423"/>
                    </a:lnTo>
                    <a:cubicBezTo>
                      <a:pt x="734566" y="279299"/>
                      <a:pt x="750322" y="296287"/>
                      <a:pt x="749678" y="316523"/>
                    </a:cubicBezTo>
                    <a:lnTo>
                      <a:pt x="741010" y="445587"/>
                    </a:lnTo>
                    <a:cubicBezTo>
                      <a:pt x="738420" y="471930"/>
                      <a:pt x="753453" y="496844"/>
                      <a:pt x="777967" y="506833"/>
                    </a:cubicBezTo>
                    <a:cubicBezTo>
                      <a:pt x="785050" y="509689"/>
                      <a:pt x="792618" y="511145"/>
                      <a:pt x="800255" y="511119"/>
                    </a:cubicBezTo>
                    <a:cubicBezTo>
                      <a:pt x="822151" y="511106"/>
                      <a:pt x="842303" y="499169"/>
                      <a:pt x="852833" y="479972"/>
                    </a:cubicBezTo>
                    <a:lnTo>
                      <a:pt x="859691" y="466923"/>
                    </a:lnTo>
                    <a:cubicBezTo>
                      <a:pt x="864226" y="457429"/>
                      <a:pt x="860207" y="446057"/>
                      <a:pt x="850713" y="441523"/>
                    </a:cubicBezTo>
                    <a:cubicBezTo>
                      <a:pt x="850253" y="441303"/>
                      <a:pt x="849785" y="441102"/>
                      <a:pt x="849309" y="44092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C0DD5FE-6984-7794-96BE-D293CDE79E8B}"/>
              </a:ext>
            </a:extLst>
          </p:cNvPr>
          <p:cNvGrpSpPr/>
          <p:nvPr/>
        </p:nvGrpSpPr>
        <p:grpSpPr>
          <a:xfrm>
            <a:off x="7113000" y="3429000"/>
            <a:ext cx="1440000" cy="1440000"/>
            <a:chOff x="7833000" y="3429000"/>
            <a:chExt cx="1440000" cy="1440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5C8BF0A-D6B4-8E60-0E34-AD8950A52D97}"/>
                </a:ext>
              </a:extLst>
            </p:cNvPr>
            <p:cNvSpPr/>
            <p:nvPr/>
          </p:nvSpPr>
          <p:spPr>
            <a:xfrm>
              <a:off x="783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GOLF COURSE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36F174F-8D08-737A-A21B-6C9745025BCB}"/>
                </a:ext>
              </a:extLst>
            </p:cNvPr>
            <p:cNvGrpSpPr/>
            <p:nvPr/>
          </p:nvGrpSpPr>
          <p:grpSpPr>
            <a:xfrm>
              <a:off x="8174701" y="3727117"/>
              <a:ext cx="810300" cy="723082"/>
              <a:chOff x="8071870" y="3583409"/>
              <a:chExt cx="875283" cy="781070"/>
            </a:xfrm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2B783B91-C5EF-EC02-50A2-015FA2E81B20}"/>
                  </a:ext>
                </a:extLst>
              </p:cNvPr>
              <p:cNvSpPr/>
              <p:nvPr/>
            </p:nvSpPr>
            <p:spPr>
              <a:xfrm>
                <a:off x="8280956" y="3583409"/>
                <a:ext cx="339699" cy="645433"/>
              </a:xfrm>
              <a:custGeom>
                <a:avLst/>
                <a:gdLst>
                  <a:gd name="csX0" fmla="*/ 28575 w 339699"/>
                  <a:gd name="csY0" fmla="*/ 645433 h 645433"/>
                  <a:gd name="csX1" fmla="*/ 57150 w 339699"/>
                  <a:gd name="csY1" fmla="*/ 616858 h 645433"/>
                  <a:gd name="csX2" fmla="*/ 57150 w 339699"/>
                  <a:gd name="csY2" fmla="*/ 206502 h 645433"/>
                  <a:gd name="csX3" fmla="*/ 331470 w 339699"/>
                  <a:gd name="csY3" fmla="*/ 97345 h 645433"/>
                  <a:gd name="csX4" fmla="*/ 339610 w 339699"/>
                  <a:gd name="csY4" fmla="*/ 86613 h 645433"/>
                  <a:gd name="csX5" fmla="*/ 334137 w 339699"/>
                  <a:gd name="csY5" fmla="*/ 79248 h 645433"/>
                  <a:gd name="csX6" fmla="*/ 57150 w 339699"/>
                  <a:gd name="csY6" fmla="*/ 37043 h 645433"/>
                  <a:gd name="csX7" fmla="*/ 57150 w 339699"/>
                  <a:gd name="csY7" fmla="*/ 28575 h 645433"/>
                  <a:gd name="csX8" fmla="*/ 28575 w 339699"/>
                  <a:gd name="csY8" fmla="*/ 0 h 645433"/>
                  <a:gd name="csX9" fmla="*/ 0 w 339699"/>
                  <a:gd name="csY9" fmla="*/ 28575 h 645433"/>
                  <a:gd name="csX10" fmla="*/ 0 w 339699"/>
                  <a:gd name="csY10" fmla="*/ 616858 h 645433"/>
                  <a:gd name="csX11" fmla="*/ 28575 w 339699"/>
                  <a:gd name="csY11" fmla="*/ 645433 h 6454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339699" h="645433">
                    <a:moveTo>
                      <a:pt x="28575" y="645433"/>
                    </a:moveTo>
                    <a:cubicBezTo>
                      <a:pt x="44357" y="645433"/>
                      <a:pt x="57150" y="632640"/>
                      <a:pt x="57150" y="616858"/>
                    </a:cubicBezTo>
                    <a:lnTo>
                      <a:pt x="57150" y="206502"/>
                    </a:lnTo>
                    <a:cubicBezTo>
                      <a:pt x="206873" y="230505"/>
                      <a:pt x="212522" y="114491"/>
                      <a:pt x="331470" y="97345"/>
                    </a:cubicBezTo>
                    <a:cubicBezTo>
                      <a:pt x="336681" y="96629"/>
                      <a:pt x="340325" y="91824"/>
                      <a:pt x="339610" y="86613"/>
                    </a:cubicBezTo>
                    <a:cubicBezTo>
                      <a:pt x="339166" y="83383"/>
                      <a:pt x="337101" y="80604"/>
                      <a:pt x="334137" y="79248"/>
                    </a:cubicBezTo>
                    <a:cubicBezTo>
                      <a:pt x="213360" y="21146"/>
                      <a:pt x="141923" y="133864"/>
                      <a:pt x="57150" y="37043"/>
                    </a:cubicBezTo>
                    <a:lnTo>
                      <a:pt x="57150" y="28575"/>
                    </a:lnTo>
                    <a:cubicBezTo>
                      <a:pt x="57150" y="12794"/>
                      <a:pt x="44357" y="0"/>
                      <a:pt x="28575" y="0"/>
                    </a:cubicBezTo>
                    <a:cubicBezTo>
                      <a:pt x="12793" y="0"/>
                      <a:pt x="0" y="12794"/>
                      <a:pt x="0" y="28575"/>
                    </a:cubicBezTo>
                    <a:lnTo>
                      <a:pt x="0" y="616858"/>
                    </a:lnTo>
                    <a:cubicBezTo>
                      <a:pt x="0" y="632640"/>
                      <a:pt x="12793" y="645433"/>
                      <a:pt x="28575" y="64543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8D9DE53C-0D67-FF7E-BA41-B2141E348A3B}"/>
                  </a:ext>
                </a:extLst>
              </p:cNvPr>
              <p:cNvSpPr/>
              <p:nvPr/>
            </p:nvSpPr>
            <p:spPr>
              <a:xfrm>
                <a:off x="8071870" y="3958694"/>
                <a:ext cx="875283" cy="405785"/>
              </a:xfrm>
              <a:custGeom>
                <a:avLst/>
                <a:gdLst>
                  <a:gd name="csX0" fmla="*/ 637711 w 875283"/>
                  <a:gd name="csY0" fmla="*/ 0 h 405785"/>
                  <a:gd name="csX1" fmla="*/ 380536 w 875283"/>
                  <a:gd name="csY1" fmla="*/ 85725 h 405785"/>
                  <a:gd name="csX2" fmla="*/ 294811 w 875283"/>
                  <a:gd name="csY2" fmla="*/ 133817 h 405785"/>
                  <a:gd name="csX3" fmla="*/ 294811 w 875283"/>
                  <a:gd name="csY3" fmla="*/ 222885 h 405785"/>
                  <a:gd name="csX4" fmla="*/ 332911 w 875283"/>
                  <a:gd name="csY4" fmla="*/ 256765 h 405785"/>
                  <a:gd name="csX5" fmla="*/ 242424 w 875283"/>
                  <a:gd name="csY5" fmla="*/ 298380 h 405785"/>
                  <a:gd name="csX6" fmla="*/ 151936 w 875283"/>
                  <a:gd name="csY6" fmla="*/ 256804 h 405785"/>
                  <a:gd name="csX7" fmla="*/ 180511 w 875283"/>
                  <a:gd name="csY7" fmla="*/ 226514 h 405785"/>
                  <a:gd name="csX8" fmla="*/ 180511 w 875283"/>
                  <a:gd name="csY8" fmla="*/ 156515 h 405785"/>
                  <a:gd name="csX9" fmla="*/ 170481 w 875283"/>
                  <a:gd name="csY9" fmla="*/ 158696 h 405785"/>
                  <a:gd name="csX10" fmla="*/ 118703 w 875283"/>
                  <a:gd name="csY10" fmla="*/ 170564 h 405785"/>
                  <a:gd name="csX11" fmla="*/ 3 w 875283"/>
                  <a:gd name="csY11" fmla="*/ 265909 h 405785"/>
                  <a:gd name="csX12" fmla="*/ 127 w 875283"/>
                  <a:gd name="csY12" fmla="*/ 267814 h 405785"/>
                  <a:gd name="csX13" fmla="*/ 41 w 875283"/>
                  <a:gd name="csY13" fmla="*/ 268919 h 405785"/>
                  <a:gd name="csX14" fmla="*/ 141011 w 875283"/>
                  <a:gd name="csY14" fmla="*/ 385553 h 405785"/>
                  <a:gd name="csX15" fmla="*/ 466261 w 875283"/>
                  <a:gd name="csY15" fmla="*/ 390525 h 405785"/>
                  <a:gd name="csX16" fmla="*/ 875284 w 875283"/>
                  <a:gd name="csY16" fmla="*/ 126968 h 405785"/>
                  <a:gd name="csX17" fmla="*/ 637711 w 875283"/>
                  <a:gd name="csY17" fmla="*/ 0 h 405785"/>
                  <a:gd name="csX18" fmla="*/ 499599 w 875283"/>
                  <a:gd name="csY18" fmla="*/ 250793 h 405785"/>
                  <a:gd name="csX19" fmla="*/ 456736 w 875283"/>
                  <a:gd name="csY19" fmla="*/ 207931 h 405785"/>
                  <a:gd name="csX20" fmla="*/ 499599 w 875283"/>
                  <a:gd name="csY20" fmla="*/ 165068 h 405785"/>
                  <a:gd name="csX21" fmla="*/ 542461 w 875283"/>
                  <a:gd name="csY21" fmla="*/ 207931 h 405785"/>
                  <a:gd name="csX22" fmla="*/ 499599 w 875283"/>
                  <a:gd name="csY22" fmla="*/ 250793 h 4057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75283" h="405785">
                    <a:moveTo>
                      <a:pt x="637711" y="0"/>
                    </a:moveTo>
                    <a:cubicBezTo>
                      <a:pt x="560482" y="0"/>
                      <a:pt x="437686" y="19050"/>
                      <a:pt x="380536" y="85725"/>
                    </a:cubicBezTo>
                    <a:cubicBezTo>
                      <a:pt x="354466" y="116138"/>
                      <a:pt x="335816" y="124978"/>
                      <a:pt x="294811" y="133817"/>
                    </a:cubicBezTo>
                    <a:lnTo>
                      <a:pt x="294811" y="222885"/>
                    </a:lnTo>
                    <a:cubicBezTo>
                      <a:pt x="317842" y="230429"/>
                      <a:pt x="332911" y="242773"/>
                      <a:pt x="332911" y="256765"/>
                    </a:cubicBezTo>
                    <a:cubicBezTo>
                      <a:pt x="332911" y="279749"/>
                      <a:pt x="292401" y="298380"/>
                      <a:pt x="242424" y="298380"/>
                    </a:cubicBezTo>
                    <a:cubicBezTo>
                      <a:pt x="192446" y="298380"/>
                      <a:pt x="151936" y="279787"/>
                      <a:pt x="151936" y="256804"/>
                    </a:cubicBezTo>
                    <a:cubicBezTo>
                      <a:pt x="151936" y="244850"/>
                      <a:pt x="162956" y="234105"/>
                      <a:pt x="180511" y="226514"/>
                    </a:cubicBezTo>
                    <a:lnTo>
                      <a:pt x="180511" y="156515"/>
                    </a:lnTo>
                    <a:lnTo>
                      <a:pt x="170481" y="158696"/>
                    </a:lnTo>
                    <a:lnTo>
                      <a:pt x="118703" y="170564"/>
                    </a:lnTo>
                    <a:cubicBezTo>
                      <a:pt x="47599" y="188366"/>
                      <a:pt x="-416" y="224123"/>
                      <a:pt x="3" y="265909"/>
                    </a:cubicBezTo>
                    <a:cubicBezTo>
                      <a:pt x="3" y="266538"/>
                      <a:pt x="98" y="267148"/>
                      <a:pt x="127" y="267814"/>
                    </a:cubicBezTo>
                    <a:cubicBezTo>
                      <a:pt x="78" y="268181"/>
                      <a:pt x="50" y="268550"/>
                      <a:pt x="41" y="268919"/>
                    </a:cubicBezTo>
                    <a:cubicBezTo>
                      <a:pt x="555" y="320554"/>
                      <a:pt x="54162" y="360559"/>
                      <a:pt x="141011" y="385553"/>
                    </a:cubicBezTo>
                    <a:cubicBezTo>
                      <a:pt x="227860" y="410547"/>
                      <a:pt x="345465" y="412594"/>
                      <a:pt x="466261" y="390525"/>
                    </a:cubicBezTo>
                    <a:cubicBezTo>
                      <a:pt x="712006" y="345567"/>
                      <a:pt x="875284" y="251317"/>
                      <a:pt x="875284" y="126968"/>
                    </a:cubicBezTo>
                    <a:cubicBezTo>
                      <a:pt x="875284" y="38100"/>
                      <a:pt x="761536" y="0"/>
                      <a:pt x="637711" y="0"/>
                    </a:cubicBezTo>
                    <a:close/>
                    <a:moveTo>
                      <a:pt x="499599" y="250793"/>
                    </a:moveTo>
                    <a:cubicBezTo>
                      <a:pt x="475926" y="250793"/>
                      <a:pt x="456736" y="231603"/>
                      <a:pt x="456736" y="207931"/>
                    </a:cubicBezTo>
                    <a:cubicBezTo>
                      <a:pt x="456736" y="184258"/>
                      <a:pt x="475926" y="165068"/>
                      <a:pt x="499599" y="165068"/>
                    </a:cubicBezTo>
                    <a:cubicBezTo>
                      <a:pt x="523271" y="165068"/>
                      <a:pt x="542461" y="184258"/>
                      <a:pt x="542461" y="207931"/>
                    </a:cubicBezTo>
                    <a:cubicBezTo>
                      <a:pt x="542461" y="231603"/>
                      <a:pt x="523271" y="250793"/>
                      <a:pt x="499599" y="25079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400A3F5-0B78-0C05-7786-D559B832A24D}"/>
              </a:ext>
            </a:extLst>
          </p:cNvPr>
          <p:cNvGrpSpPr/>
          <p:nvPr/>
        </p:nvGrpSpPr>
        <p:grpSpPr>
          <a:xfrm>
            <a:off x="4233000" y="4869000"/>
            <a:ext cx="1440000" cy="1440000"/>
            <a:chOff x="4953000" y="4869000"/>
            <a:chExt cx="1440000" cy="14400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65CA2F3-8D0C-0ED3-147D-61B134879027}"/>
                </a:ext>
              </a:extLst>
            </p:cNvPr>
            <p:cNvSpPr/>
            <p:nvPr/>
          </p:nvSpPr>
          <p:spPr>
            <a:xfrm>
              <a:off x="4953000" y="486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LIBRARY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sp>
          <p:nvSpPr>
            <p:cNvPr id="143" name="Graphic 83" descr="Books with solid fill">
              <a:extLst>
                <a:ext uri="{FF2B5EF4-FFF2-40B4-BE49-F238E27FC236}">
                  <a16:creationId xmlns:a16="http://schemas.microsoft.com/office/drawing/2014/main" id="{879C2398-177B-3DF6-E205-D9F47074B234}"/>
                </a:ext>
              </a:extLst>
            </p:cNvPr>
            <p:cNvSpPr/>
            <p:nvPr/>
          </p:nvSpPr>
          <p:spPr>
            <a:xfrm>
              <a:off x="5313288" y="5174695"/>
              <a:ext cx="719712" cy="671562"/>
            </a:xfrm>
            <a:custGeom>
              <a:avLst/>
              <a:gdLst>
                <a:gd name="csX0" fmla="*/ 811530 w 811529"/>
                <a:gd name="csY0" fmla="*/ 266700 h 757237"/>
                <a:gd name="csX1" fmla="*/ 762000 w 811529"/>
                <a:gd name="csY1" fmla="*/ 248603 h 757237"/>
                <a:gd name="csX2" fmla="*/ 762000 w 811529"/>
                <a:gd name="csY2" fmla="*/ 144780 h 757237"/>
                <a:gd name="csX3" fmla="*/ 811530 w 811529"/>
                <a:gd name="csY3" fmla="*/ 123825 h 757237"/>
                <a:gd name="csX4" fmla="*/ 476250 w 811529"/>
                <a:gd name="csY4" fmla="*/ 0 h 757237"/>
                <a:gd name="csX5" fmla="*/ 68580 w 811529"/>
                <a:gd name="csY5" fmla="*/ 142875 h 757237"/>
                <a:gd name="csX6" fmla="*/ 28575 w 811529"/>
                <a:gd name="csY6" fmla="*/ 257175 h 757237"/>
                <a:gd name="csX7" fmla="*/ 33337 w 811529"/>
                <a:gd name="csY7" fmla="*/ 299085 h 757237"/>
                <a:gd name="csX8" fmla="*/ 0 w 811529"/>
                <a:gd name="csY8" fmla="*/ 409575 h 757237"/>
                <a:gd name="csX9" fmla="*/ 28575 w 811529"/>
                <a:gd name="csY9" fmla="*/ 492443 h 757237"/>
                <a:gd name="csX10" fmla="*/ 26670 w 811529"/>
                <a:gd name="csY10" fmla="*/ 552450 h 757237"/>
                <a:gd name="csX11" fmla="*/ 76200 w 811529"/>
                <a:gd name="csY11" fmla="*/ 647700 h 757237"/>
                <a:gd name="csX12" fmla="*/ 340995 w 811529"/>
                <a:gd name="csY12" fmla="*/ 757238 h 757237"/>
                <a:gd name="csX13" fmla="*/ 809625 w 811529"/>
                <a:gd name="csY13" fmla="*/ 562928 h 757237"/>
                <a:gd name="csX14" fmla="*/ 760095 w 811529"/>
                <a:gd name="csY14" fmla="*/ 544830 h 757237"/>
                <a:gd name="csX15" fmla="*/ 760095 w 811529"/>
                <a:gd name="csY15" fmla="*/ 440055 h 757237"/>
                <a:gd name="csX16" fmla="*/ 809625 w 811529"/>
                <a:gd name="csY16" fmla="*/ 419100 h 757237"/>
                <a:gd name="csX17" fmla="*/ 733425 w 811529"/>
                <a:gd name="csY17" fmla="*/ 390525 h 757237"/>
                <a:gd name="csX18" fmla="*/ 733425 w 811529"/>
                <a:gd name="csY18" fmla="*/ 299085 h 757237"/>
                <a:gd name="csX19" fmla="*/ 811530 w 811529"/>
                <a:gd name="csY19" fmla="*/ 266700 h 757237"/>
                <a:gd name="csX20" fmla="*/ 80010 w 811529"/>
                <a:gd name="csY20" fmla="*/ 209550 h 757237"/>
                <a:gd name="csX21" fmla="*/ 344805 w 811529"/>
                <a:gd name="csY21" fmla="*/ 313373 h 757237"/>
                <a:gd name="csX22" fmla="*/ 724853 w 811529"/>
                <a:gd name="csY22" fmla="*/ 160020 h 757237"/>
                <a:gd name="csX23" fmla="*/ 724853 w 811529"/>
                <a:gd name="csY23" fmla="*/ 241935 h 757237"/>
                <a:gd name="csX24" fmla="*/ 344805 w 811529"/>
                <a:gd name="csY24" fmla="*/ 400050 h 757237"/>
                <a:gd name="csX25" fmla="*/ 80010 w 811529"/>
                <a:gd name="csY25" fmla="*/ 295275 h 757237"/>
                <a:gd name="csX26" fmla="*/ 80010 w 811529"/>
                <a:gd name="csY26" fmla="*/ 209550 h 757237"/>
                <a:gd name="csX27" fmla="*/ 722948 w 811529"/>
                <a:gd name="csY27" fmla="*/ 538163 h 757237"/>
                <a:gd name="csX28" fmla="*/ 342900 w 811529"/>
                <a:gd name="csY28" fmla="*/ 695325 h 757237"/>
                <a:gd name="csX29" fmla="*/ 77153 w 811529"/>
                <a:gd name="csY29" fmla="*/ 590550 h 757237"/>
                <a:gd name="csX30" fmla="*/ 77153 w 811529"/>
                <a:gd name="csY30" fmla="*/ 516255 h 757237"/>
                <a:gd name="csX31" fmla="*/ 314325 w 811529"/>
                <a:gd name="csY31" fmla="*/ 613410 h 757237"/>
                <a:gd name="csX32" fmla="*/ 723900 w 811529"/>
                <a:gd name="csY32" fmla="*/ 451485 h 757237"/>
                <a:gd name="csX33" fmla="*/ 722948 w 811529"/>
                <a:gd name="csY33" fmla="*/ 538163 h 757237"/>
                <a:gd name="csX34" fmla="*/ 696278 w 811529"/>
                <a:gd name="csY34" fmla="*/ 395288 h 757237"/>
                <a:gd name="csX35" fmla="*/ 316230 w 811529"/>
                <a:gd name="csY35" fmla="*/ 552450 h 757237"/>
                <a:gd name="csX36" fmla="*/ 51435 w 811529"/>
                <a:gd name="csY36" fmla="*/ 447675 h 757237"/>
                <a:gd name="csX37" fmla="*/ 51435 w 811529"/>
                <a:gd name="csY37" fmla="*/ 361950 h 757237"/>
                <a:gd name="csX38" fmla="*/ 323850 w 811529"/>
                <a:gd name="csY38" fmla="*/ 470535 h 757237"/>
                <a:gd name="csX39" fmla="*/ 697230 w 811529"/>
                <a:gd name="csY39" fmla="*/ 314325 h 757237"/>
                <a:gd name="csX40" fmla="*/ 697230 w 811529"/>
                <a:gd name="csY40" fmla="*/ 395288 h 757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811529" h="757237">
                  <a:moveTo>
                    <a:pt x="811530" y="266700"/>
                  </a:moveTo>
                  <a:lnTo>
                    <a:pt x="762000" y="248603"/>
                  </a:lnTo>
                  <a:lnTo>
                    <a:pt x="762000" y="144780"/>
                  </a:lnTo>
                  <a:lnTo>
                    <a:pt x="811530" y="123825"/>
                  </a:lnTo>
                  <a:lnTo>
                    <a:pt x="476250" y="0"/>
                  </a:lnTo>
                  <a:lnTo>
                    <a:pt x="68580" y="142875"/>
                  </a:lnTo>
                  <a:cubicBezTo>
                    <a:pt x="29528" y="161925"/>
                    <a:pt x="28575" y="214312"/>
                    <a:pt x="28575" y="257175"/>
                  </a:cubicBezTo>
                  <a:cubicBezTo>
                    <a:pt x="28575" y="271463"/>
                    <a:pt x="30480" y="285750"/>
                    <a:pt x="33337" y="299085"/>
                  </a:cubicBezTo>
                  <a:cubicBezTo>
                    <a:pt x="952" y="320040"/>
                    <a:pt x="0" y="368618"/>
                    <a:pt x="0" y="409575"/>
                  </a:cubicBezTo>
                  <a:cubicBezTo>
                    <a:pt x="0" y="442913"/>
                    <a:pt x="7620" y="473393"/>
                    <a:pt x="28575" y="492443"/>
                  </a:cubicBezTo>
                  <a:cubicBezTo>
                    <a:pt x="23813" y="508635"/>
                    <a:pt x="26670" y="528638"/>
                    <a:pt x="26670" y="552450"/>
                  </a:cubicBezTo>
                  <a:cubicBezTo>
                    <a:pt x="26670" y="595313"/>
                    <a:pt x="38100" y="634365"/>
                    <a:pt x="76200" y="647700"/>
                  </a:cubicBezTo>
                  <a:lnTo>
                    <a:pt x="340995" y="757238"/>
                  </a:lnTo>
                  <a:lnTo>
                    <a:pt x="809625" y="562928"/>
                  </a:lnTo>
                  <a:lnTo>
                    <a:pt x="760095" y="544830"/>
                  </a:lnTo>
                  <a:lnTo>
                    <a:pt x="760095" y="440055"/>
                  </a:lnTo>
                  <a:lnTo>
                    <a:pt x="809625" y="419100"/>
                  </a:lnTo>
                  <a:lnTo>
                    <a:pt x="733425" y="390525"/>
                  </a:lnTo>
                  <a:lnTo>
                    <a:pt x="733425" y="299085"/>
                  </a:lnTo>
                  <a:lnTo>
                    <a:pt x="811530" y="266700"/>
                  </a:lnTo>
                  <a:close/>
                  <a:moveTo>
                    <a:pt x="80010" y="209550"/>
                  </a:moveTo>
                  <a:lnTo>
                    <a:pt x="344805" y="313373"/>
                  </a:lnTo>
                  <a:lnTo>
                    <a:pt x="724853" y="160020"/>
                  </a:lnTo>
                  <a:lnTo>
                    <a:pt x="724853" y="241935"/>
                  </a:lnTo>
                  <a:lnTo>
                    <a:pt x="344805" y="400050"/>
                  </a:lnTo>
                  <a:lnTo>
                    <a:pt x="80010" y="295275"/>
                  </a:lnTo>
                  <a:lnTo>
                    <a:pt x="80010" y="209550"/>
                  </a:lnTo>
                  <a:close/>
                  <a:moveTo>
                    <a:pt x="722948" y="538163"/>
                  </a:moveTo>
                  <a:lnTo>
                    <a:pt x="342900" y="695325"/>
                  </a:lnTo>
                  <a:lnTo>
                    <a:pt x="77153" y="590550"/>
                  </a:lnTo>
                  <a:lnTo>
                    <a:pt x="77153" y="516255"/>
                  </a:lnTo>
                  <a:lnTo>
                    <a:pt x="314325" y="613410"/>
                  </a:lnTo>
                  <a:lnTo>
                    <a:pt x="723900" y="451485"/>
                  </a:lnTo>
                  <a:lnTo>
                    <a:pt x="722948" y="538163"/>
                  </a:lnTo>
                  <a:close/>
                  <a:moveTo>
                    <a:pt x="696278" y="395288"/>
                  </a:moveTo>
                  <a:lnTo>
                    <a:pt x="316230" y="552450"/>
                  </a:lnTo>
                  <a:lnTo>
                    <a:pt x="51435" y="447675"/>
                  </a:lnTo>
                  <a:lnTo>
                    <a:pt x="51435" y="361950"/>
                  </a:lnTo>
                  <a:lnTo>
                    <a:pt x="323850" y="470535"/>
                  </a:lnTo>
                  <a:lnTo>
                    <a:pt x="697230" y="314325"/>
                  </a:lnTo>
                  <a:lnTo>
                    <a:pt x="697230" y="39528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3B21B5C-4B2F-7E47-3EE1-F663E0013199}"/>
              </a:ext>
            </a:extLst>
          </p:cNvPr>
          <p:cNvGrpSpPr/>
          <p:nvPr/>
        </p:nvGrpSpPr>
        <p:grpSpPr>
          <a:xfrm>
            <a:off x="2793000" y="4869000"/>
            <a:ext cx="1440000" cy="1440000"/>
            <a:chOff x="3513000" y="4869000"/>
            <a:chExt cx="1440000" cy="1440000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710E56A-45DD-B8A6-7106-C26B08D6709C}"/>
                </a:ext>
              </a:extLst>
            </p:cNvPr>
            <p:cNvSpPr/>
            <p:nvPr/>
          </p:nvSpPr>
          <p:spPr>
            <a:xfrm>
              <a:off x="3513000" y="486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HOSPITAL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BD411DBB-ACB8-7B4F-2D60-5C7B643B692B}"/>
                </a:ext>
              </a:extLst>
            </p:cNvPr>
            <p:cNvGrpSpPr/>
            <p:nvPr/>
          </p:nvGrpSpPr>
          <p:grpSpPr>
            <a:xfrm>
              <a:off x="3944998" y="5137293"/>
              <a:ext cx="576002" cy="745414"/>
              <a:chOff x="3885428" y="5169900"/>
              <a:chExt cx="647700" cy="838200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337231F-0713-9A35-14E0-9AF0504BC363}"/>
                  </a:ext>
                </a:extLst>
              </p:cNvPr>
              <p:cNvSpPr/>
              <p:nvPr/>
            </p:nvSpPr>
            <p:spPr>
              <a:xfrm>
                <a:off x="3885428" y="5169900"/>
                <a:ext cx="647700" cy="838200"/>
              </a:xfrm>
              <a:custGeom>
                <a:avLst/>
                <a:gdLst>
                  <a:gd name="csX0" fmla="*/ 542925 w 647700"/>
                  <a:gd name="csY0" fmla="*/ 381000 h 838200"/>
                  <a:gd name="csX1" fmla="*/ 476250 w 647700"/>
                  <a:gd name="csY1" fmla="*/ 314325 h 838200"/>
                  <a:gd name="csX2" fmla="*/ 542925 w 647700"/>
                  <a:gd name="csY2" fmla="*/ 247650 h 838200"/>
                  <a:gd name="csX3" fmla="*/ 609600 w 647700"/>
                  <a:gd name="csY3" fmla="*/ 314325 h 838200"/>
                  <a:gd name="csX4" fmla="*/ 542925 w 647700"/>
                  <a:gd name="csY4" fmla="*/ 381000 h 838200"/>
                  <a:gd name="csX5" fmla="*/ 647700 w 647700"/>
                  <a:gd name="csY5" fmla="*/ 314325 h 838200"/>
                  <a:gd name="csX6" fmla="*/ 542925 w 647700"/>
                  <a:gd name="csY6" fmla="*/ 209550 h 838200"/>
                  <a:gd name="csX7" fmla="*/ 438150 w 647700"/>
                  <a:gd name="csY7" fmla="*/ 314325 h 838200"/>
                  <a:gd name="csX8" fmla="*/ 514350 w 647700"/>
                  <a:gd name="csY8" fmla="*/ 415290 h 838200"/>
                  <a:gd name="csX9" fmla="*/ 514350 w 647700"/>
                  <a:gd name="csY9" fmla="*/ 638175 h 838200"/>
                  <a:gd name="csX10" fmla="*/ 371475 w 647700"/>
                  <a:gd name="csY10" fmla="*/ 781050 h 838200"/>
                  <a:gd name="csX11" fmla="*/ 228600 w 647700"/>
                  <a:gd name="csY11" fmla="*/ 638175 h 838200"/>
                  <a:gd name="csX12" fmla="*/ 228600 w 647700"/>
                  <a:gd name="csY12" fmla="*/ 541020 h 838200"/>
                  <a:gd name="csX13" fmla="*/ 400050 w 647700"/>
                  <a:gd name="csY13" fmla="*/ 342900 h 838200"/>
                  <a:gd name="csX14" fmla="*/ 381000 w 647700"/>
                  <a:gd name="csY14" fmla="*/ 310515 h 838200"/>
                  <a:gd name="csX15" fmla="*/ 381000 w 647700"/>
                  <a:gd name="csY15" fmla="*/ 76200 h 838200"/>
                  <a:gd name="csX16" fmla="*/ 331470 w 647700"/>
                  <a:gd name="csY16" fmla="*/ 20003 h 838200"/>
                  <a:gd name="csX17" fmla="*/ 304800 w 647700"/>
                  <a:gd name="csY17" fmla="*/ 0 h 838200"/>
                  <a:gd name="csX18" fmla="*/ 295275 w 647700"/>
                  <a:gd name="csY18" fmla="*/ 0 h 838200"/>
                  <a:gd name="csX19" fmla="*/ 257175 w 647700"/>
                  <a:gd name="csY19" fmla="*/ 38100 h 838200"/>
                  <a:gd name="csX20" fmla="*/ 295275 w 647700"/>
                  <a:gd name="csY20" fmla="*/ 76200 h 838200"/>
                  <a:gd name="csX21" fmla="*/ 304800 w 647700"/>
                  <a:gd name="csY21" fmla="*/ 76200 h 838200"/>
                  <a:gd name="csX22" fmla="*/ 331470 w 647700"/>
                  <a:gd name="csY22" fmla="*/ 59055 h 838200"/>
                  <a:gd name="csX23" fmla="*/ 342900 w 647700"/>
                  <a:gd name="csY23" fmla="*/ 76200 h 838200"/>
                  <a:gd name="csX24" fmla="*/ 342900 w 647700"/>
                  <a:gd name="csY24" fmla="*/ 310515 h 838200"/>
                  <a:gd name="csX25" fmla="*/ 323850 w 647700"/>
                  <a:gd name="csY25" fmla="*/ 342900 h 838200"/>
                  <a:gd name="csX26" fmla="*/ 200025 w 647700"/>
                  <a:gd name="csY26" fmla="*/ 466725 h 838200"/>
                  <a:gd name="csX27" fmla="*/ 76200 w 647700"/>
                  <a:gd name="csY27" fmla="*/ 342900 h 838200"/>
                  <a:gd name="csX28" fmla="*/ 57150 w 647700"/>
                  <a:gd name="csY28" fmla="*/ 310515 h 838200"/>
                  <a:gd name="csX29" fmla="*/ 57150 w 647700"/>
                  <a:gd name="csY29" fmla="*/ 76200 h 838200"/>
                  <a:gd name="csX30" fmla="*/ 68580 w 647700"/>
                  <a:gd name="csY30" fmla="*/ 59055 h 838200"/>
                  <a:gd name="csX31" fmla="*/ 95250 w 647700"/>
                  <a:gd name="csY31" fmla="*/ 76200 h 838200"/>
                  <a:gd name="csX32" fmla="*/ 104775 w 647700"/>
                  <a:gd name="csY32" fmla="*/ 76200 h 838200"/>
                  <a:gd name="csX33" fmla="*/ 142875 w 647700"/>
                  <a:gd name="csY33" fmla="*/ 38100 h 838200"/>
                  <a:gd name="csX34" fmla="*/ 104775 w 647700"/>
                  <a:gd name="csY34" fmla="*/ 0 h 838200"/>
                  <a:gd name="csX35" fmla="*/ 95250 w 647700"/>
                  <a:gd name="csY35" fmla="*/ 0 h 838200"/>
                  <a:gd name="csX36" fmla="*/ 68580 w 647700"/>
                  <a:gd name="csY36" fmla="*/ 20003 h 838200"/>
                  <a:gd name="csX37" fmla="*/ 19050 w 647700"/>
                  <a:gd name="csY37" fmla="*/ 76200 h 838200"/>
                  <a:gd name="csX38" fmla="*/ 19050 w 647700"/>
                  <a:gd name="csY38" fmla="*/ 310515 h 838200"/>
                  <a:gd name="csX39" fmla="*/ 0 w 647700"/>
                  <a:gd name="csY39" fmla="*/ 342900 h 838200"/>
                  <a:gd name="csX40" fmla="*/ 171450 w 647700"/>
                  <a:gd name="csY40" fmla="*/ 541020 h 838200"/>
                  <a:gd name="csX41" fmla="*/ 171450 w 647700"/>
                  <a:gd name="csY41" fmla="*/ 638175 h 838200"/>
                  <a:gd name="csX42" fmla="*/ 371475 w 647700"/>
                  <a:gd name="csY42" fmla="*/ 838200 h 838200"/>
                  <a:gd name="csX43" fmla="*/ 571500 w 647700"/>
                  <a:gd name="csY43" fmla="*/ 638175 h 838200"/>
                  <a:gd name="csX44" fmla="*/ 571500 w 647700"/>
                  <a:gd name="csY44" fmla="*/ 415290 h 838200"/>
                  <a:gd name="csX45" fmla="*/ 647700 w 647700"/>
                  <a:gd name="csY45" fmla="*/ 314325 h 83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</a:cxnLst>
                <a:rect l="l" t="t" r="r" b="b"/>
                <a:pathLst>
                  <a:path w="647700" h="838200">
                    <a:moveTo>
                      <a:pt x="542925" y="381000"/>
                    </a:moveTo>
                    <a:cubicBezTo>
                      <a:pt x="505778" y="381000"/>
                      <a:pt x="476250" y="351473"/>
                      <a:pt x="476250" y="314325"/>
                    </a:cubicBezTo>
                    <a:cubicBezTo>
                      <a:pt x="476250" y="277178"/>
                      <a:pt x="505778" y="247650"/>
                      <a:pt x="542925" y="247650"/>
                    </a:cubicBezTo>
                    <a:cubicBezTo>
                      <a:pt x="580073" y="247650"/>
                      <a:pt x="609600" y="277178"/>
                      <a:pt x="609600" y="314325"/>
                    </a:cubicBezTo>
                    <a:cubicBezTo>
                      <a:pt x="609600" y="351473"/>
                      <a:pt x="580073" y="381000"/>
                      <a:pt x="542925" y="381000"/>
                    </a:cubicBezTo>
                    <a:close/>
                    <a:moveTo>
                      <a:pt x="647700" y="314325"/>
                    </a:moveTo>
                    <a:cubicBezTo>
                      <a:pt x="647700" y="256223"/>
                      <a:pt x="601028" y="209550"/>
                      <a:pt x="542925" y="209550"/>
                    </a:cubicBezTo>
                    <a:cubicBezTo>
                      <a:pt x="484823" y="209550"/>
                      <a:pt x="438150" y="256223"/>
                      <a:pt x="438150" y="314325"/>
                    </a:cubicBezTo>
                    <a:cubicBezTo>
                      <a:pt x="438150" y="361950"/>
                      <a:pt x="470535" y="402908"/>
                      <a:pt x="514350" y="415290"/>
                    </a:cubicBezTo>
                    <a:lnTo>
                      <a:pt x="514350" y="638175"/>
                    </a:lnTo>
                    <a:cubicBezTo>
                      <a:pt x="514350" y="717233"/>
                      <a:pt x="450533" y="781050"/>
                      <a:pt x="371475" y="781050"/>
                    </a:cubicBezTo>
                    <a:cubicBezTo>
                      <a:pt x="292418" y="781050"/>
                      <a:pt x="228600" y="717233"/>
                      <a:pt x="228600" y="638175"/>
                    </a:cubicBezTo>
                    <a:lnTo>
                      <a:pt x="228600" y="541020"/>
                    </a:lnTo>
                    <a:cubicBezTo>
                      <a:pt x="325755" y="526733"/>
                      <a:pt x="400050" y="443865"/>
                      <a:pt x="400050" y="342900"/>
                    </a:cubicBezTo>
                    <a:cubicBezTo>
                      <a:pt x="400050" y="328613"/>
                      <a:pt x="392430" y="316230"/>
                      <a:pt x="381000" y="310515"/>
                    </a:cubicBezTo>
                    <a:lnTo>
                      <a:pt x="381000" y="76200"/>
                    </a:lnTo>
                    <a:cubicBezTo>
                      <a:pt x="381000" y="47625"/>
                      <a:pt x="359093" y="23813"/>
                      <a:pt x="331470" y="20003"/>
                    </a:cubicBezTo>
                    <a:cubicBezTo>
                      <a:pt x="327660" y="8573"/>
                      <a:pt x="317183" y="0"/>
                      <a:pt x="304800" y="0"/>
                    </a:cubicBezTo>
                    <a:lnTo>
                      <a:pt x="295275" y="0"/>
                    </a:lnTo>
                    <a:cubicBezTo>
                      <a:pt x="274320" y="0"/>
                      <a:pt x="257175" y="17145"/>
                      <a:pt x="257175" y="38100"/>
                    </a:cubicBezTo>
                    <a:cubicBezTo>
                      <a:pt x="257175" y="59055"/>
                      <a:pt x="274320" y="76200"/>
                      <a:pt x="295275" y="76200"/>
                    </a:cubicBezTo>
                    <a:lnTo>
                      <a:pt x="304800" y="76200"/>
                    </a:lnTo>
                    <a:cubicBezTo>
                      <a:pt x="316230" y="76200"/>
                      <a:pt x="326708" y="68580"/>
                      <a:pt x="331470" y="59055"/>
                    </a:cubicBezTo>
                    <a:cubicBezTo>
                      <a:pt x="338138" y="61913"/>
                      <a:pt x="342900" y="68580"/>
                      <a:pt x="342900" y="76200"/>
                    </a:cubicBezTo>
                    <a:lnTo>
                      <a:pt x="342900" y="310515"/>
                    </a:lnTo>
                    <a:cubicBezTo>
                      <a:pt x="331470" y="317183"/>
                      <a:pt x="323850" y="329565"/>
                      <a:pt x="323850" y="342900"/>
                    </a:cubicBezTo>
                    <a:cubicBezTo>
                      <a:pt x="323850" y="411480"/>
                      <a:pt x="268605" y="466725"/>
                      <a:pt x="200025" y="466725"/>
                    </a:cubicBezTo>
                    <a:cubicBezTo>
                      <a:pt x="131445" y="466725"/>
                      <a:pt x="76200" y="411480"/>
                      <a:pt x="76200" y="342900"/>
                    </a:cubicBezTo>
                    <a:cubicBezTo>
                      <a:pt x="76200" y="328613"/>
                      <a:pt x="68580" y="316230"/>
                      <a:pt x="57150" y="310515"/>
                    </a:cubicBezTo>
                    <a:lnTo>
                      <a:pt x="57150" y="76200"/>
                    </a:lnTo>
                    <a:cubicBezTo>
                      <a:pt x="57150" y="68580"/>
                      <a:pt x="61913" y="61913"/>
                      <a:pt x="68580" y="59055"/>
                    </a:cubicBezTo>
                    <a:cubicBezTo>
                      <a:pt x="73343" y="69533"/>
                      <a:pt x="82868" y="76200"/>
                      <a:pt x="95250" y="76200"/>
                    </a:cubicBezTo>
                    <a:lnTo>
                      <a:pt x="104775" y="76200"/>
                    </a:lnTo>
                    <a:cubicBezTo>
                      <a:pt x="125730" y="76200"/>
                      <a:pt x="142875" y="59055"/>
                      <a:pt x="142875" y="38100"/>
                    </a:cubicBezTo>
                    <a:cubicBezTo>
                      <a:pt x="142875" y="17145"/>
                      <a:pt x="125730" y="0"/>
                      <a:pt x="104775" y="0"/>
                    </a:cubicBezTo>
                    <a:lnTo>
                      <a:pt x="95250" y="0"/>
                    </a:lnTo>
                    <a:cubicBezTo>
                      <a:pt x="82868" y="0"/>
                      <a:pt x="72390" y="8573"/>
                      <a:pt x="68580" y="20003"/>
                    </a:cubicBezTo>
                    <a:cubicBezTo>
                      <a:pt x="40957" y="23813"/>
                      <a:pt x="19050" y="47625"/>
                      <a:pt x="19050" y="76200"/>
                    </a:cubicBezTo>
                    <a:lnTo>
                      <a:pt x="19050" y="310515"/>
                    </a:lnTo>
                    <a:cubicBezTo>
                      <a:pt x="7620" y="317183"/>
                      <a:pt x="0" y="329565"/>
                      <a:pt x="0" y="342900"/>
                    </a:cubicBezTo>
                    <a:cubicBezTo>
                      <a:pt x="0" y="443865"/>
                      <a:pt x="74295" y="526733"/>
                      <a:pt x="171450" y="541020"/>
                    </a:cubicBezTo>
                    <a:lnTo>
                      <a:pt x="171450" y="638175"/>
                    </a:lnTo>
                    <a:cubicBezTo>
                      <a:pt x="171450" y="748665"/>
                      <a:pt x="260985" y="838200"/>
                      <a:pt x="371475" y="838200"/>
                    </a:cubicBezTo>
                    <a:cubicBezTo>
                      <a:pt x="481965" y="838200"/>
                      <a:pt x="571500" y="748665"/>
                      <a:pt x="571500" y="638175"/>
                    </a:cubicBezTo>
                    <a:lnTo>
                      <a:pt x="571500" y="415290"/>
                    </a:lnTo>
                    <a:cubicBezTo>
                      <a:pt x="615315" y="402908"/>
                      <a:pt x="647700" y="361950"/>
                      <a:pt x="647700" y="31432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E0CF8DE-1B66-5D76-ACB4-EA071D4AC79E}"/>
                  </a:ext>
                </a:extLst>
              </p:cNvPr>
              <p:cNvSpPr/>
              <p:nvPr/>
            </p:nvSpPr>
            <p:spPr>
              <a:xfrm>
                <a:off x="4380728" y="5436600"/>
                <a:ext cx="95250" cy="95250"/>
              </a:xfrm>
              <a:custGeom>
                <a:avLst/>
                <a:gdLst>
                  <a:gd name="csX0" fmla="*/ 95250 w 95250"/>
                  <a:gd name="csY0" fmla="*/ 47625 h 95250"/>
                  <a:gd name="csX1" fmla="*/ 47625 w 95250"/>
                  <a:gd name="csY1" fmla="*/ 95250 h 95250"/>
                  <a:gd name="csX2" fmla="*/ 0 w 95250"/>
                  <a:gd name="csY2" fmla="*/ 47625 h 95250"/>
                  <a:gd name="csX3" fmla="*/ 47625 w 95250"/>
                  <a:gd name="csY3" fmla="*/ 0 h 95250"/>
                  <a:gd name="csX4" fmla="*/ 95250 w 95250"/>
                  <a:gd name="csY4" fmla="*/ 47625 h 95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5250" h="95250">
                    <a:moveTo>
                      <a:pt x="95250" y="47625"/>
                    </a:moveTo>
                    <a:cubicBezTo>
                      <a:pt x="95250" y="73928"/>
                      <a:pt x="73928" y="95250"/>
                      <a:pt x="47625" y="95250"/>
                    </a:cubicBezTo>
                    <a:cubicBezTo>
                      <a:pt x="21322" y="95250"/>
                      <a:pt x="0" y="73928"/>
                      <a:pt x="0" y="47625"/>
                    </a:cubicBez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C91D6EA-3F3D-AF61-A90A-3587EF9988EA}"/>
              </a:ext>
            </a:extLst>
          </p:cNvPr>
          <p:cNvGrpSpPr/>
          <p:nvPr/>
        </p:nvGrpSpPr>
        <p:grpSpPr>
          <a:xfrm>
            <a:off x="5673000" y="4869000"/>
            <a:ext cx="1440000" cy="1440000"/>
            <a:chOff x="6393000" y="4869000"/>
            <a:chExt cx="1440000" cy="144000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6EBD33F-CD26-2629-58DA-84E2D4AD5BDB}"/>
                </a:ext>
              </a:extLst>
            </p:cNvPr>
            <p:cNvSpPr/>
            <p:nvPr/>
          </p:nvSpPr>
          <p:spPr>
            <a:xfrm>
              <a:off x="6393000" y="486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FOREIGN CONSULATE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B513E7E1-F26F-1B19-D025-1746D83B47D9}"/>
                </a:ext>
              </a:extLst>
            </p:cNvPr>
            <p:cNvGrpSpPr/>
            <p:nvPr/>
          </p:nvGrpSpPr>
          <p:grpSpPr>
            <a:xfrm>
              <a:off x="6814179" y="5092766"/>
              <a:ext cx="607214" cy="732174"/>
              <a:chOff x="6802991" y="5072700"/>
              <a:chExt cx="693565" cy="836295"/>
            </a:xfrm>
          </p:grpSpPr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0F9469FC-77DF-01CF-A2B5-175CCB3C2C9D}"/>
                  </a:ext>
                </a:extLst>
              </p:cNvPr>
              <p:cNvSpPr/>
              <p:nvPr/>
            </p:nvSpPr>
            <p:spPr>
              <a:xfrm>
                <a:off x="6886811" y="5072700"/>
                <a:ext cx="609745" cy="836295"/>
              </a:xfrm>
              <a:custGeom>
                <a:avLst/>
                <a:gdLst>
                  <a:gd name="csX0" fmla="*/ 578168 w 609745"/>
                  <a:gd name="csY0" fmla="*/ 205740 h 836295"/>
                  <a:gd name="csX1" fmla="*/ 366713 w 609745"/>
                  <a:gd name="csY1" fmla="*/ 0 h 836295"/>
                  <a:gd name="csX2" fmla="*/ 352425 w 609745"/>
                  <a:gd name="csY2" fmla="*/ 35243 h 836295"/>
                  <a:gd name="csX3" fmla="*/ 542925 w 609745"/>
                  <a:gd name="csY3" fmla="*/ 220980 h 836295"/>
                  <a:gd name="csX4" fmla="*/ 546735 w 609745"/>
                  <a:gd name="csY4" fmla="*/ 486728 h 836295"/>
                  <a:gd name="csX5" fmla="*/ 360998 w 609745"/>
                  <a:gd name="csY5" fmla="*/ 677228 h 836295"/>
                  <a:gd name="csX6" fmla="*/ 95250 w 609745"/>
                  <a:gd name="csY6" fmla="*/ 681038 h 836295"/>
                  <a:gd name="csX7" fmla="*/ 80963 w 609745"/>
                  <a:gd name="csY7" fmla="*/ 716280 h 836295"/>
                  <a:gd name="csX8" fmla="*/ 190500 w 609745"/>
                  <a:gd name="csY8" fmla="*/ 741998 h 836295"/>
                  <a:gd name="csX9" fmla="*/ 190500 w 609745"/>
                  <a:gd name="csY9" fmla="*/ 779145 h 836295"/>
                  <a:gd name="csX10" fmla="*/ 0 w 609745"/>
                  <a:gd name="csY10" fmla="*/ 779145 h 836295"/>
                  <a:gd name="csX11" fmla="*/ 0 w 609745"/>
                  <a:gd name="csY11" fmla="*/ 836295 h 836295"/>
                  <a:gd name="csX12" fmla="*/ 457200 w 609745"/>
                  <a:gd name="csY12" fmla="*/ 836295 h 836295"/>
                  <a:gd name="csX13" fmla="*/ 457200 w 609745"/>
                  <a:gd name="csY13" fmla="*/ 779145 h 836295"/>
                  <a:gd name="csX14" fmla="*/ 266700 w 609745"/>
                  <a:gd name="csY14" fmla="*/ 779145 h 836295"/>
                  <a:gd name="csX15" fmla="*/ 266700 w 609745"/>
                  <a:gd name="csY15" fmla="*/ 741045 h 836295"/>
                  <a:gd name="csX16" fmla="*/ 376238 w 609745"/>
                  <a:gd name="csY16" fmla="*/ 712470 h 836295"/>
                  <a:gd name="csX17" fmla="*/ 581978 w 609745"/>
                  <a:gd name="csY17" fmla="*/ 501015 h 836295"/>
                  <a:gd name="csX18" fmla="*/ 578168 w 609745"/>
                  <a:gd name="csY18" fmla="*/ 205740 h 8362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609745" h="836295">
                    <a:moveTo>
                      <a:pt x="578168" y="205740"/>
                    </a:moveTo>
                    <a:cubicBezTo>
                      <a:pt x="537210" y="111443"/>
                      <a:pt x="462915" y="38100"/>
                      <a:pt x="366713" y="0"/>
                    </a:cubicBezTo>
                    <a:lnTo>
                      <a:pt x="352425" y="35243"/>
                    </a:lnTo>
                    <a:cubicBezTo>
                      <a:pt x="438150" y="69533"/>
                      <a:pt x="505778" y="135255"/>
                      <a:pt x="542925" y="220980"/>
                    </a:cubicBezTo>
                    <a:cubicBezTo>
                      <a:pt x="579120" y="306705"/>
                      <a:pt x="581025" y="401003"/>
                      <a:pt x="546735" y="486728"/>
                    </a:cubicBezTo>
                    <a:cubicBezTo>
                      <a:pt x="512445" y="572453"/>
                      <a:pt x="446722" y="640080"/>
                      <a:pt x="360998" y="677228"/>
                    </a:cubicBezTo>
                    <a:cubicBezTo>
                      <a:pt x="275273" y="713423"/>
                      <a:pt x="180975" y="715328"/>
                      <a:pt x="95250" y="681038"/>
                    </a:cubicBezTo>
                    <a:lnTo>
                      <a:pt x="80963" y="716280"/>
                    </a:lnTo>
                    <a:cubicBezTo>
                      <a:pt x="116205" y="730568"/>
                      <a:pt x="153353" y="739140"/>
                      <a:pt x="190500" y="741998"/>
                    </a:cubicBezTo>
                    <a:lnTo>
                      <a:pt x="190500" y="779145"/>
                    </a:lnTo>
                    <a:lnTo>
                      <a:pt x="0" y="779145"/>
                    </a:lnTo>
                    <a:lnTo>
                      <a:pt x="0" y="836295"/>
                    </a:lnTo>
                    <a:lnTo>
                      <a:pt x="457200" y="836295"/>
                    </a:lnTo>
                    <a:lnTo>
                      <a:pt x="457200" y="779145"/>
                    </a:lnTo>
                    <a:lnTo>
                      <a:pt x="266700" y="779145"/>
                    </a:lnTo>
                    <a:lnTo>
                      <a:pt x="266700" y="741045"/>
                    </a:lnTo>
                    <a:cubicBezTo>
                      <a:pt x="303848" y="737235"/>
                      <a:pt x="340043" y="726758"/>
                      <a:pt x="376238" y="712470"/>
                    </a:cubicBezTo>
                    <a:cubicBezTo>
                      <a:pt x="471488" y="671513"/>
                      <a:pt x="543878" y="597218"/>
                      <a:pt x="581978" y="501015"/>
                    </a:cubicBezTo>
                    <a:cubicBezTo>
                      <a:pt x="620078" y="404813"/>
                      <a:pt x="619125" y="300990"/>
                      <a:pt x="578168" y="20574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6BFB10F-D212-4926-5B03-7BE870D0FBB7}"/>
                  </a:ext>
                </a:extLst>
              </p:cNvPr>
              <p:cNvSpPr/>
              <p:nvPr/>
            </p:nvSpPr>
            <p:spPr>
              <a:xfrm>
                <a:off x="6802991" y="5121277"/>
                <a:ext cx="619125" cy="619125"/>
              </a:xfrm>
              <a:custGeom>
                <a:avLst/>
                <a:gdLst>
                  <a:gd name="csX0" fmla="*/ 619125 w 619125"/>
                  <a:gd name="csY0" fmla="*/ 309563 h 619125"/>
                  <a:gd name="csX1" fmla="*/ 309563 w 619125"/>
                  <a:gd name="csY1" fmla="*/ 619125 h 619125"/>
                  <a:gd name="csX2" fmla="*/ 0 w 619125"/>
                  <a:gd name="csY2" fmla="*/ 309563 h 619125"/>
                  <a:gd name="csX3" fmla="*/ 309563 w 619125"/>
                  <a:gd name="csY3" fmla="*/ 0 h 619125"/>
                  <a:gd name="csX4" fmla="*/ 619125 w 619125"/>
                  <a:gd name="csY4" fmla="*/ 309563 h 619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19125" h="619125">
                    <a:moveTo>
                      <a:pt x="619125" y="309563"/>
                    </a:moveTo>
                    <a:cubicBezTo>
                      <a:pt x="619125" y="480529"/>
                      <a:pt x="480529" y="619125"/>
                      <a:pt x="309563" y="619125"/>
                    </a:cubicBezTo>
                    <a:cubicBezTo>
                      <a:pt x="138596" y="619125"/>
                      <a:pt x="0" y="480529"/>
                      <a:pt x="0" y="309563"/>
                    </a:cubicBezTo>
                    <a:cubicBezTo>
                      <a:pt x="0" y="138596"/>
                      <a:pt x="138596" y="0"/>
                      <a:pt x="309563" y="0"/>
                    </a:cubicBezTo>
                    <a:cubicBezTo>
                      <a:pt x="480529" y="0"/>
                      <a:pt x="619125" y="138596"/>
                      <a:pt x="619125" y="30956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A0431FA0-09DE-AA7A-F316-D96A0112DF42}"/>
              </a:ext>
            </a:extLst>
          </p:cNvPr>
          <p:cNvGrpSpPr/>
          <p:nvPr/>
        </p:nvGrpSpPr>
        <p:grpSpPr>
          <a:xfrm>
            <a:off x="7113000" y="4869000"/>
            <a:ext cx="1440000" cy="1440000"/>
            <a:chOff x="7833000" y="4869000"/>
            <a:chExt cx="1440000" cy="144000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73DC721-E71F-850D-432E-9B3AB519EF29}"/>
                </a:ext>
              </a:extLst>
            </p:cNvPr>
            <p:cNvSpPr/>
            <p:nvPr/>
          </p:nvSpPr>
          <p:spPr>
            <a:xfrm>
              <a:off x="7833000" y="486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SEA LEVEL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37B080BE-4B1C-3488-4730-5287AAFEF16A}"/>
                </a:ext>
              </a:extLst>
            </p:cNvPr>
            <p:cNvGrpSpPr/>
            <p:nvPr/>
          </p:nvGrpSpPr>
          <p:grpSpPr>
            <a:xfrm>
              <a:off x="8119519" y="5108059"/>
              <a:ext cx="866962" cy="666906"/>
              <a:chOff x="8171620" y="5106466"/>
              <a:chExt cx="762000" cy="586163"/>
            </a:xfrm>
          </p:grpSpPr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03818F61-6813-796B-E56B-FA3D48EAE414}"/>
                  </a:ext>
                </a:extLst>
              </p:cNvPr>
              <p:cNvSpPr/>
              <p:nvPr/>
            </p:nvSpPr>
            <p:spPr>
              <a:xfrm>
                <a:off x="8171620" y="5614429"/>
                <a:ext cx="762000" cy="78200"/>
              </a:xfrm>
              <a:custGeom>
                <a:avLst/>
                <a:gdLst>
                  <a:gd name="csX0" fmla="*/ 666750 w 762000"/>
                  <a:gd name="csY0" fmla="*/ 0 h 78200"/>
                  <a:gd name="csX1" fmla="*/ 609600 w 762000"/>
                  <a:gd name="csY1" fmla="*/ 12097 h 78200"/>
                  <a:gd name="csX2" fmla="*/ 571500 w 762000"/>
                  <a:gd name="csY2" fmla="*/ 21050 h 78200"/>
                  <a:gd name="csX3" fmla="*/ 533400 w 762000"/>
                  <a:gd name="csY3" fmla="*/ 12097 h 78200"/>
                  <a:gd name="csX4" fmla="*/ 476250 w 762000"/>
                  <a:gd name="csY4" fmla="*/ 0 h 78200"/>
                  <a:gd name="csX5" fmla="*/ 419100 w 762000"/>
                  <a:gd name="csY5" fmla="*/ 12097 h 78200"/>
                  <a:gd name="csX6" fmla="*/ 381000 w 762000"/>
                  <a:gd name="csY6" fmla="*/ 21050 h 78200"/>
                  <a:gd name="csX7" fmla="*/ 342900 w 762000"/>
                  <a:gd name="csY7" fmla="*/ 12097 h 78200"/>
                  <a:gd name="csX8" fmla="*/ 285750 w 762000"/>
                  <a:gd name="csY8" fmla="*/ 0 h 78200"/>
                  <a:gd name="csX9" fmla="*/ 228600 w 762000"/>
                  <a:gd name="csY9" fmla="*/ 12097 h 78200"/>
                  <a:gd name="csX10" fmla="*/ 190500 w 762000"/>
                  <a:gd name="csY10" fmla="*/ 21050 h 78200"/>
                  <a:gd name="csX11" fmla="*/ 152400 w 762000"/>
                  <a:gd name="csY11" fmla="*/ 12097 h 78200"/>
                  <a:gd name="csX12" fmla="*/ 95250 w 762000"/>
                  <a:gd name="csY12" fmla="*/ 0 h 78200"/>
                  <a:gd name="csX13" fmla="*/ 38100 w 762000"/>
                  <a:gd name="csY13" fmla="*/ 12097 h 78200"/>
                  <a:gd name="csX14" fmla="*/ 0 w 762000"/>
                  <a:gd name="csY14" fmla="*/ 21050 h 78200"/>
                  <a:gd name="csX15" fmla="*/ 0 w 762000"/>
                  <a:gd name="csY15" fmla="*/ 78200 h 78200"/>
                  <a:gd name="csX16" fmla="*/ 57150 w 762000"/>
                  <a:gd name="csY16" fmla="*/ 66104 h 78200"/>
                  <a:gd name="csX17" fmla="*/ 95250 w 762000"/>
                  <a:gd name="csY17" fmla="*/ 56579 h 78200"/>
                  <a:gd name="csX18" fmla="*/ 133350 w 762000"/>
                  <a:gd name="csY18" fmla="*/ 66104 h 78200"/>
                  <a:gd name="csX19" fmla="*/ 190500 w 762000"/>
                  <a:gd name="csY19" fmla="*/ 78200 h 78200"/>
                  <a:gd name="csX20" fmla="*/ 247650 w 762000"/>
                  <a:gd name="csY20" fmla="*/ 66104 h 78200"/>
                  <a:gd name="csX21" fmla="*/ 285750 w 762000"/>
                  <a:gd name="csY21" fmla="*/ 56579 h 78200"/>
                  <a:gd name="csX22" fmla="*/ 323850 w 762000"/>
                  <a:gd name="csY22" fmla="*/ 65532 h 78200"/>
                  <a:gd name="csX23" fmla="*/ 381000 w 762000"/>
                  <a:gd name="csY23" fmla="*/ 78200 h 78200"/>
                  <a:gd name="csX24" fmla="*/ 438150 w 762000"/>
                  <a:gd name="csY24" fmla="*/ 66104 h 78200"/>
                  <a:gd name="csX25" fmla="*/ 476250 w 762000"/>
                  <a:gd name="csY25" fmla="*/ 56579 h 78200"/>
                  <a:gd name="csX26" fmla="*/ 514350 w 762000"/>
                  <a:gd name="csY26" fmla="*/ 66104 h 78200"/>
                  <a:gd name="csX27" fmla="*/ 571500 w 762000"/>
                  <a:gd name="csY27" fmla="*/ 78200 h 78200"/>
                  <a:gd name="csX28" fmla="*/ 628650 w 762000"/>
                  <a:gd name="csY28" fmla="*/ 66104 h 78200"/>
                  <a:gd name="csX29" fmla="*/ 666750 w 762000"/>
                  <a:gd name="csY29" fmla="*/ 56579 h 78200"/>
                  <a:gd name="csX30" fmla="*/ 704850 w 762000"/>
                  <a:gd name="csY30" fmla="*/ 65532 h 78200"/>
                  <a:gd name="csX31" fmla="*/ 762000 w 762000"/>
                  <a:gd name="csY31" fmla="*/ 78200 h 78200"/>
                  <a:gd name="csX32" fmla="*/ 762000 w 762000"/>
                  <a:gd name="csY32" fmla="*/ 21050 h 78200"/>
                  <a:gd name="csX33" fmla="*/ 723900 w 762000"/>
                  <a:gd name="csY33" fmla="*/ 12097 h 78200"/>
                  <a:gd name="csX34" fmla="*/ 666750 w 762000"/>
                  <a:gd name="csY34" fmla="*/ 0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762000" h="78200">
                    <a:moveTo>
                      <a:pt x="666750" y="0"/>
                    </a:moveTo>
                    <a:cubicBezTo>
                      <a:pt x="647151" y="759"/>
                      <a:pt x="627825" y="4850"/>
                      <a:pt x="609600" y="12097"/>
                    </a:cubicBezTo>
                    <a:cubicBezTo>
                      <a:pt x="597467" y="17118"/>
                      <a:pt x="584600" y="20142"/>
                      <a:pt x="571500" y="21050"/>
                    </a:cubicBezTo>
                    <a:cubicBezTo>
                      <a:pt x="558400" y="20142"/>
                      <a:pt x="545533" y="17118"/>
                      <a:pt x="533400" y="12097"/>
                    </a:cubicBezTo>
                    <a:cubicBezTo>
                      <a:pt x="515175" y="4850"/>
                      <a:pt x="495849" y="759"/>
                      <a:pt x="476250" y="0"/>
                    </a:cubicBezTo>
                    <a:cubicBezTo>
                      <a:pt x="456651" y="759"/>
                      <a:pt x="437325" y="4850"/>
                      <a:pt x="419100" y="12097"/>
                    </a:cubicBezTo>
                    <a:cubicBezTo>
                      <a:pt x="406967" y="17118"/>
                      <a:pt x="394100" y="20142"/>
                      <a:pt x="381000" y="21050"/>
                    </a:cubicBezTo>
                    <a:cubicBezTo>
                      <a:pt x="367900" y="20142"/>
                      <a:pt x="355033" y="17118"/>
                      <a:pt x="342900" y="12097"/>
                    </a:cubicBezTo>
                    <a:cubicBezTo>
                      <a:pt x="324675" y="4850"/>
                      <a:pt x="305349" y="759"/>
                      <a:pt x="285750" y="0"/>
                    </a:cubicBezTo>
                    <a:cubicBezTo>
                      <a:pt x="266151" y="759"/>
                      <a:pt x="246825" y="4850"/>
                      <a:pt x="228600" y="12097"/>
                    </a:cubicBezTo>
                    <a:cubicBezTo>
                      <a:pt x="216466" y="17118"/>
                      <a:pt x="203600" y="20142"/>
                      <a:pt x="190500" y="21050"/>
                    </a:cubicBezTo>
                    <a:cubicBezTo>
                      <a:pt x="177400" y="20142"/>
                      <a:pt x="164534" y="17118"/>
                      <a:pt x="152400" y="12097"/>
                    </a:cubicBezTo>
                    <a:cubicBezTo>
                      <a:pt x="134175" y="4850"/>
                      <a:pt x="114849" y="759"/>
                      <a:pt x="95250" y="0"/>
                    </a:cubicBezTo>
                    <a:cubicBezTo>
                      <a:pt x="75651" y="759"/>
                      <a:pt x="56325" y="4850"/>
                      <a:pt x="38100" y="12097"/>
                    </a:cubicBezTo>
                    <a:cubicBezTo>
                      <a:pt x="25966" y="17118"/>
                      <a:pt x="13100" y="20142"/>
                      <a:pt x="0" y="21050"/>
                    </a:cubicBezTo>
                    <a:lnTo>
                      <a:pt x="0" y="78200"/>
                    </a:lnTo>
                    <a:cubicBezTo>
                      <a:pt x="19599" y="77441"/>
                      <a:pt x="38925" y="73350"/>
                      <a:pt x="57150" y="66104"/>
                    </a:cubicBezTo>
                    <a:cubicBezTo>
                      <a:pt x="69251" y="60888"/>
                      <a:pt x="82118" y="57670"/>
                      <a:pt x="95250" y="56579"/>
                    </a:cubicBezTo>
                    <a:cubicBezTo>
                      <a:pt x="108382" y="57670"/>
                      <a:pt x="121249" y="60888"/>
                      <a:pt x="133350" y="66104"/>
                    </a:cubicBezTo>
                    <a:cubicBezTo>
                      <a:pt x="151575" y="73350"/>
                      <a:pt x="170901" y="77441"/>
                      <a:pt x="190500" y="78200"/>
                    </a:cubicBezTo>
                    <a:cubicBezTo>
                      <a:pt x="210099" y="77441"/>
                      <a:pt x="229425" y="73350"/>
                      <a:pt x="247650" y="66104"/>
                    </a:cubicBezTo>
                    <a:cubicBezTo>
                      <a:pt x="259751" y="60888"/>
                      <a:pt x="272618" y="57670"/>
                      <a:pt x="285750" y="56579"/>
                    </a:cubicBezTo>
                    <a:cubicBezTo>
                      <a:pt x="298850" y="57487"/>
                      <a:pt x="311717" y="60510"/>
                      <a:pt x="323850" y="65532"/>
                    </a:cubicBezTo>
                    <a:cubicBezTo>
                      <a:pt x="342028" y="73018"/>
                      <a:pt x="361362" y="77304"/>
                      <a:pt x="381000" y="78200"/>
                    </a:cubicBezTo>
                    <a:cubicBezTo>
                      <a:pt x="400599" y="77441"/>
                      <a:pt x="419925" y="73350"/>
                      <a:pt x="438150" y="66104"/>
                    </a:cubicBezTo>
                    <a:cubicBezTo>
                      <a:pt x="450251" y="60888"/>
                      <a:pt x="463118" y="57671"/>
                      <a:pt x="476250" y="56579"/>
                    </a:cubicBezTo>
                    <a:cubicBezTo>
                      <a:pt x="489382" y="57671"/>
                      <a:pt x="502249" y="60888"/>
                      <a:pt x="514350" y="66104"/>
                    </a:cubicBezTo>
                    <a:cubicBezTo>
                      <a:pt x="532575" y="73350"/>
                      <a:pt x="551901" y="77441"/>
                      <a:pt x="571500" y="78200"/>
                    </a:cubicBezTo>
                    <a:cubicBezTo>
                      <a:pt x="591099" y="77441"/>
                      <a:pt x="610425" y="73350"/>
                      <a:pt x="628650" y="66104"/>
                    </a:cubicBezTo>
                    <a:cubicBezTo>
                      <a:pt x="640751" y="60888"/>
                      <a:pt x="653618" y="57671"/>
                      <a:pt x="666750" y="56579"/>
                    </a:cubicBezTo>
                    <a:cubicBezTo>
                      <a:pt x="679850" y="57487"/>
                      <a:pt x="692717" y="60510"/>
                      <a:pt x="704850" y="65532"/>
                    </a:cubicBezTo>
                    <a:cubicBezTo>
                      <a:pt x="723028" y="73018"/>
                      <a:pt x="742362" y="77304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42"/>
                      <a:pt x="736033" y="17118"/>
                      <a:pt x="723900" y="12097"/>
                    </a:cubicBezTo>
                    <a:cubicBezTo>
                      <a:pt x="705675" y="4850"/>
                      <a:pt x="686349" y="759"/>
                      <a:pt x="6667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DD11845B-45C0-BA8A-DC31-B26001A466E2}"/>
                  </a:ext>
                </a:extLst>
              </p:cNvPr>
              <p:cNvSpPr/>
              <p:nvPr/>
            </p:nvSpPr>
            <p:spPr>
              <a:xfrm>
                <a:off x="8172000" y="5106466"/>
                <a:ext cx="761619" cy="471863"/>
              </a:xfrm>
              <a:custGeom>
                <a:avLst/>
                <a:gdLst>
                  <a:gd name="csX0" fmla="*/ 723519 w 761619"/>
                  <a:gd name="csY0" fmla="*/ 405760 h 471863"/>
                  <a:gd name="csX1" fmla="*/ 666369 w 761619"/>
                  <a:gd name="csY1" fmla="*/ 393663 h 471863"/>
                  <a:gd name="csX2" fmla="*/ 609219 w 761619"/>
                  <a:gd name="csY2" fmla="*/ 405760 h 471863"/>
                  <a:gd name="csX3" fmla="*/ 571119 w 761619"/>
                  <a:gd name="csY3" fmla="*/ 414714 h 471863"/>
                  <a:gd name="csX4" fmla="*/ 533019 w 761619"/>
                  <a:gd name="csY4" fmla="*/ 405760 h 471863"/>
                  <a:gd name="csX5" fmla="*/ 512731 w 761619"/>
                  <a:gd name="csY5" fmla="*/ 399283 h 471863"/>
                  <a:gd name="csX6" fmla="*/ 398431 w 761619"/>
                  <a:gd name="csY6" fmla="*/ 234310 h 471863"/>
                  <a:gd name="csX7" fmla="*/ 485108 w 761619"/>
                  <a:gd name="csY7" fmla="*/ 125820 h 471863"/>
                  <a:gd name="csX8" fmla="*/ 591693 w 761619"/>
                  <a:gd name="csY8" fmla="*/ 205164 h 471863"/>
                  <a:gd name="csX9" fmla="*/ 609219 w 761619"/>
                  <a:gd name="csY9" fmla="*/ 219261 h 471863"/>
                  <a:gd name="csX10" fmla="*/ 620935 w 761619"/>
                  <a:gd name="csY10" fmla="*/ 213069 h 471863"/>
                  <a:gd name="csX11" fmla="*/ 624459 w 761619"/>
                  <a:gd name="csY11" fmla="*/ 200401 h 471863"/>
                  <a:gd name="csX12" fmla="*/ 361569 w 761619"/>
                  <a:gd name="csY12" fmla="*/ 1424 h 471863"/>
                  <a:gd name="csX13" fmla="*/ 160782 w 761619"/>
                  <a:gd name="csY13" fmla="*/ 134774 h 471863"/>
                  <a:gd name="csX14" fmla="*/ 136589 w 761619"/>
                  <a:gd name="csY14" fmla="*/ 167254 h 471863"/>
                  <a:gd name="csX15" fmla="*/ 0 w 761619"/>
                  <a:gd name="csY15" fmla="*/ 316987 h 471863"/>
                  <a:gd name="csX16" fmla="*/ 0 w 761619"/>
                  <a:gd name="csY16" fmla="*/ 471864 h 471863"/>
                  <a:gd name="csX17" fmla="*/ 57150 w 761619"/>
                  <a:gd name="csY17" fmla="*/ 459767 h 471863"/>
                  <a:gd name="csX18" fmla="*/ 95250 w 761619"/>
                  <a:gd name="csY18" fmla="*/ 450242 h 471863"/>
                  <a:gd name="csX19" fmla="*/ 133350 w 761619"/>
                  <a:gd name="csY19" fmla="*/ 459767 h 471863"/>
                  <a:gd name="csX20" fmla="*/ 190119 w 761619"/>
                  <a:gd name="csY20" fmla="*/ 471864 h 471863"/>
                  <a:gd name="csX21" fmla="*/ 247269 w 761619"/>
                  <a:gd name="csY21" fmla="*/ 459767 h 471863"/>
                  <a:gd name="csX22" fmla="*/ 285369 w 761619"/>
                  <a:gd name="csY22" fmla="*/ 450242 h 471863"/>
                  <a:gd name="csX23" fmla="*/ 323469 w 761619"/>
                  <a:gd name="csY23" fmla="*/ 459195 h 471863"/>
                  <a:gd name="csX24" fmla="*/ 380619 w 761619"/>
                  <a:gd name="csY24" fmla="*/ 471864 h 471863"/>
                  <a:gd name="csX25" fmla="*/ 437769 w 761619"/>
                  <a:gd name="csY25" fmla="*/ 459767 h 471863"/>
                  <a:gd name="csX26" fmla="*/ 475869 w 761619"/>
                  <a:gd name="csY26" fmla="*/ 450242 h 471863"/>
                  <a:gd name="csX27" fmla="*/ 513969 w 761619"/>
                  <a:gd name="csY27" fmla="*/ 459767 h 471863"/>
                  <a:gd name="csX28" fmla="*/ 571119 w 761619"/>
                  <a:gd name="csY28" fmla="*/ 471864 h 471863"/>
                  <a:gd name="csX29" fmla="*/ 628269 w 761619"/>
                  <a:gd name="csY29" fmla="*/ 459767 h 471863"/>
                  <a:gd name="csX30" fmla="*/ 666369 w 761619"/>
                  <a:gd name="csY30" fmla="*/ 450242 h 471863"/>
                  <a:gd name="csX31" fmla="*/ 704469 w 761619"/>
                  <a:gd name="csY31" fmla="*/ 459195 h 471863"/>
                  <a:gd name="csX32" fmla="*/ 761619 w 761619"/>
                  <a:gd name="csY32" fmla="*/ 471864 h 471863"/>
                  <a:gd name="csX33" fmla="*/ 761619 w 761619"/>
                  <a:gd name="csY33" fmla="*/ 414714 h 471863"/>
                  <a:gd name="csX34" fmla="*/ 723519 w 761619"/>
                  <a:gd name="csY34" fmla="*/ 405760 h 471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761619" h="471863">
                    <a:moveTo>
                      <a:pt x="723519" y="405760"/>
                    </a:moveTo>
                    <a:cubicBezTo>
                      <a:pt x="705294" y="398513"/>
                      <a:pt x="685968" y="394423"/>
                      <a:pt x="666369" y="393663"/>
                    </a:cubicBezTo>
                    <a:cubicBezTo>
                      <a:pt x="646770" y="394423"/>
                      <a:pt x="627444" y="398513"/>
                      <a:pt x="609219" y="405760"/>
                    </a:cubicBezTo>
                    <a:cubicBezTo>
                      <a:pt x="597086" y="410782"/>
                      <a:pt x="584219" y="413805"/>
                      <a:pt x="571119" y="414714"/>
                    </a:cubicBezTo>
                    <a:cubicBezTo>
                      <a:pt x="558019" y="413805"/>
                      <a:pt x="545152" y="410782"/>
                      <a:pt x="533019" y="405760"/>
                    </a:cubicBezTo>
                    <a:cubicBezTo>
                      <a:pt x="526400" y="403173"/>
                      <a:pt x="519624" y="401009"/>
                      <a:pt x="512731" y="399283"/>
                    </a:cubicBezTo>
                    <a:cubicBezTo>
                      <a:pt x="433292" y="363183"/>
                      <a:pt x="392716" y="290508"/>
                      <a:pt x="398431" y="234310"/>
                    </a:cubicBezTo>
                    <a:cubicBezTo>
                      <a:pt x="403193" y="185828"/>
                      <a:pt x="432340" y="131250"/>
                      <a:pt x="485108" y="125820"/>
                    </a:cubicBezTo>
                    <a:cubicBezTo>
                      <a:pt x="535970" y="120139"/>
                      <a:pt x="582545" y="154811"/>
                      <a:pt x="591693" y="205164"/>
                    </a:cubicBezTo>
                    <a:cubicBezTo>
                      <a:pt x="592965" y="213714"/>
                      <a:pt x="600595" y="219851"/>
                      <a:pt x="609219" y="219261"/>
                    </a:cubicBezTo>
                    <a:cubicBezTo>
                      <a:pt x="613793" y="218840"/>
                      <a:pt x="618011" y="216612"/>
                      <a:pt x="620935" y="213069"/>
                    </a:cubicBezTo>
                    <a:cubicBezTo>
                      <a:pt x="623766" y="209493"/>
                      <a:pt x="625036" y="204926"/>
                      <a:pt x="624459" y="200401"/>
                    </a:cubicBezTo>
                    <a:cubicBezTo>
                      <a:pt x="607409" y="73242"/>
                      <a:pt x="494062" y="-12197"/>
                      <a:pt x="361569" y="1424"/>
                    </a:cubicBezTo>
                    <a:cubicBezTo>
                      <a:pt x="289655" y="8853"/>
                      <a:pt x="222123" y="53811"/>
                      <a:pt x="160782" y="134774"/>
                    </a:cubicBezTo>
                    <a:cubicBezTo>
                      <a:pt x="152591" y="145537"/>
                      <a:pt x="144590" y="156396"/>
                      <a:pt x="136589" y="167254"/>
                    </a:cubicBezTo>
                    <a:cubicBezTo>
                      <a:pt x="94012" y="224404"/>
                      <a:pt x="53435" y="279649"/>
                      <a:pt x="0" y="316987"/>
                    </a:cubicBezTo>
                    <a:lnTo>
                      <a:pt x="0" y="471864"/>
                    </a:lnTo>
                    <a:cubicBezTo>
                      <a:pt x="19599" y="471105"/>
                      <a:pt x="38925" y="467013"/>
                      <a:pt x="57150" y="459767"/>
                    </a:cubicBezTo>
                    <a:cubicBezTo>
                      <a:pt x="69251" y="454551"/>
                      <a:pt x="82118" y="451333"/>
                      <a:pt x="95250" y="450242"/>
                    </a:cubicBezTo>
                    <a:cubicBezTo>
                      <a:pt x="108382" y="451333"/>
                      <a:pt x="121249" y="454551"/>
                      <a:pt x="133350" y="459767"/>
                    </a:cubicBezTo>
                    <a:cubicBezTo>
                      <a:pt x="151455" y="466972"/>
                      <a:pt x="170649" y="471062"/>
                      <a:pt x="190119" y="471864"/>
                    </a:cubicBezTo>
                    <a:cubicBezTo>
                      <a:pt x="209718" y="471105"/>
                      <a:pt x="229044" y="467013"/>
                      <a:pt x="247269" y="459767"/>
                    </a:cubicBezTo>
                    <a:cubicBezTo>
                      <a:pt x="259370" y="454551"/>
                      <a:pt x="272237" y="451333"/>
                      <a:pt x="285369" y="450242"/>
                    </a:cubicBezTo>
                    <a:cubicBezTo>
                      <a:pt x="298469" y="451151"/>
                      <a:pt x="311336" y="454174"/>
                      <a:pt x="323469" y="459195"/>
                    </a:cubicBezTo>
                    <a:cubicBezTo>
                      <a:pt x="341647" y="466681"/>
                      <a:pt x="360981" y="470967"/>
                      <a:pt x="380619" y="471864"/>
                    </a:cubicBezTo>
                    <a:cubicBezTo>
                      <a:pt x="400218" y="471105"/>
                      <a:pt x="419544" y="467013"/>
                      <a:pt x="437769" y="459767"/>
                    </a:cubicBezTo>
                    <a:cubicBezTo>
                      <a:pt x="449870" y="454551"/>
                      <a:pt x="462737" y="451334"/>
                      <a:pt x="475869" y="450242"/>
                    </a:cubicBezTo>
                    <a:cubicBezTo>
                      <a:pt x="489001" y="451334"/>
                      <a:pt x="501868" y="454551"/>
                      <a:pt x="513969" y="459767"/>
                    </a:cubicBezTo>
                    <a:cubicBezTo>
                      <a:pt x="532194" y="467013"/>
                      <a:pt x="551520" y="471105"/>
                      <a:pt x="571119" y="471864"/>
                    </a:cubicBezTo>
                    <a:cubicBezTo>
                      <a:pt x="590718" y="471105"/>
                      <a:pt x="610044" y="467013"/>
                      <a:pt x="628269" y="459767"/>
                    </a:cubicBezTo>
                    <a:cubicBezTo>
                      <a:pt x="640370" y="454551"/>
                      <a:pt x="653237" y="451334"/>
                      <a:pt x="666369" y="450242"/>
                    </a:cubicBezTo>
                    <a:cubicBezTo>
                      <a:pt x="679469" y="451151"/>
                      <a:pt x="692336" y="454174"/>
                      <a:pt x="704469" y="459195"/>
                    </a:cubicBezTo>
                    <a:cubicBezTo>
                      <a:pt x="722647" y="466681"/>
                      <a:pt x="741981" y="470967"/>
                      <a:pt x="761619" y="471864"/>
                    </a:cubicBezTo>
                    <a:lnTo>
                      <a:pt x="761619" y="414714"/>
                    </a:lnTo>
                    <a:cubicBezTo>
                      <a:pt x="748519" y="413805"/>
                      <a:pt x="735652" y="410782"/>
                      <a:pt x="723519" y="40576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D48A2D7-E693-5872-98AE-774053D11AE7}"/>
              </a:ext>
            </a:extLst>
          </p:cNvPr>
          <p:cNvGrpSpPr/>
          <p:nvPr/>
        </p:nvGrpSpPr>
        <p:grpSpPr>
          <a:xfrm>
            <a:off x="8553000" y="4869000"/>
            <a:ext cx="1440000" cy="1440000"/>
            <a:chOff x="1353000" y="3429000"/>
            <a:chExt cx="1440000" cy="144000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3115D2C0-2A4D-2D78-B0E0-4EB708794DB4}"/>
                </a:ext>
              </a:extLst>
            </p:cNvPr>
            <p:cNvSpPr/>
            <p:nvPr/>
          </p:nvSpPr>
          <p:spPr>
            <a:xfrm>
              <a:off x="135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WATER BODY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F059EBA-F7D9-BDD2-3023-F7CAC74F9E1B}"/>
                </a:ext>
              </a:extLst>
            </p:cNvPr>
            <p:cNvGrpSpPr/>
            <p:nvPr/>
          </p:nvGrpSpPr>
          <p:grpSpPr>
            <a:xfrm>
              <a:off x="1641000" y="3717000"/>
              <a:ext cx="864000" cy="576000"/>
              <a:chOff x="4623000" y="2452750"/>
              <a:chExt cx="762000" cy="504000"/>
            </a:xfrm>
            <a:solidFill>
              <a:schemeClr val="tx1"/>
            </a:solidFill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AF579F76-F297-935D-94F0-018D8A13BA8C}"/>
                  </a:ext>
                </a:extLst>
              </p:cNvPr>
              <p:cNvSpPr/>
              <p:nvPr/>
            </p:nvSpPr>
            <p:spPr>
              <a:xfrm>
                <a:off x="4623000" y="2452750"/>
                <a:ext cx="762000" cy="78104"/>
              </a:xfrm>
              <a:custGeom>
                <a:avLst/>
                <a:gdLst>
                  <a:gd name="connsiteX0" fmla="*/ 723900 w 762000"/>
                  <a:gd name="connsiteY0" fmla="*/ 12382 h 78104"/>
                  <a:gd name="connsiteX1" fmla="*/ 666750 w 762000"/>
                  <a:gd name="connsiteY1" fmla="*/ 0 h 78104"/>
                  <a:gd name="connsiteX2" fmla="*/ 666750 w 762000"/>
                  <a:gd name="connsiteY2" fmla="*/ 0 h 78104"/>
                  <a:gd name="connsiteX3" fmla="*/ 609600 w 762000"/>
                  <a:gd name="connsiteY3" fmla="*/ 12382 h 78104"/>
                  <a:gd name="connsiteX4" fmla="*/ 571500 w 762000"/>
                  <a:gd name="connsiteY4" fmla="*/ 20955 h 78104"/>
                  <a:gd name="connsiteX5" fmla="*/ 571500 w 762000"/>
                  <a:gd name="connsiteY5" fmla="*/ 20955 h 78104"/>
                  <a:gd name="connsiteX6" fmla="*/ 533400 w 762000"/>
                  <a:gd name="connsiteY6" fmla="*/ 12382 h 78104"/>
                  <a:gd name="connsiteX7" fmla="*/ 476250 w 762000"/>
                  <a:gd name="connsiteY7" fmla="*/ 0 h 78104"/>
                  <a:gd name="connsiteX8" fmla="*/ 476250 w 762000"/>
                  <a:gd name="connsiteY8" fmla="*/ 0 h 78104"/>
                  <a:gd name="connsiteX9" fmla="*/ 419100 w 762000"/>
                  <a:gd name="connsiteY9" fmla="*/ 12382 h 78104"/>
                  <a:gd name="connsiteX10" fmla="*/ 381000 w 762000"/>
                  <a:gd name="connsiteY10" fmla="*/ 20955 h 78104"/>
                  <a:gd name="connsiteX11" fmla="*/ 342900 w 762000"/>
                  <a:gd name="connsiteY11" fmla="*/ 12382 h 78104"/>
                  <a:gd name="connsiteX12" fmla="*/ 285750 w 762000"/>
                  <a:gd name="connsiteY12" fmla="*/ 0 h 78104"/>
                  <a:gd name="connsiteX13" fmla="*/ 285750 w 762000"/>
                  <a:gd name="connsiteY13" fmla="*/ 0 h 78104"/>
                  <a:gd name="connsiteX14" fmla="*/ 228600 w 762000"/>
                  <a:gd name="connsiteY14" fmla="*/ 12382 h 78104"/>
                  <a:gd name="connsiteX15" fmla="*/ 190500 w 762000"/>
                  <a:gd name="connsiteY15" fmla="*/ 20955 h 78104"/>
                  <a:gd name="connsiteX16" fmla="*/ 152400 w 762000"/>
                  <a:gd name="connsiteY16" fmla="*/ 12382 h 78104"/>
                  <a:gd name="connsiteX17" fmla="*/ 95250 w 762000"/>
                  <a:gd name="connsiteY17" fmla="*/ 0 h 78104"/>
                  <a:gd name="connsiteX18" fmla="*/ 95250 w 762000"/>
                  <a:gd name="connsiteY18" fmla="*/ 0 h 78104"/>
                  <a:gd name="connsiteX19" fmla="*/ 38100 w 762000"/>
                  <a:gd name="connsiteY19" fmla="*/ 12382 h 78104"/>
                  <a:gd name="connsiteX20" fmla="*/ 0 w 762000"/>
                  <a:gd name="connsiteY20" fmla="*/ 20955 h 78104"/>
                  <a:gd name="connsiteX21" fmla="*/ 0 w 762000"/>
                  <a:gd name="connsiteY21" fmla="*/ 78105 h 78104"/>
                  <a:gd name="connsiteX22" fmla="*/ 57150 w 762000"/>
                  <a:gd name="connsiteY22" fmla="*/ 65722 h 78104"/>
                  <a:gd name="connsiteX23" fmla="*/ 95250 w 762000"/>
                  <a:gd name="connsiteY23" fmla="*/ 57150 h 78104"/>
                  <a:gd name="connsiteX24" fmla="*/ 133350 w 762000"/>
                  <a:gd name="connsiteY24" fmla="*/ 65722 h 78104"/>
                  <a:gd name="connsiteX25" fmla="*/ 190500 w 762000"/>
                  <a:gd name="connsiteY25" fmla="*/ 78105 h 78104"/>
                  <a:gd name="connsiteX26" fmla="*/ 190500 w 762000"/>
                  <a:gd name="connsiteY26" fmla="*/ 78105 h 78104"/>
                  <a:gd name="connsiteX27" fmla="*/ 247650 w 762000"/>
                  <a:gd name="connsiteY27" fmla="*/ 65722 h 78104"/>
                  <a:gd name="connsiteX28" fmla="*/ 285750 w 762000"/>
                  <a:gd name="connsiteY28" fmla="*/ 57150 h 78104"/>
                  <a:gd name="connsiteX29" fmla="*/ 323850 w 762000"/>
                  <a:gd name="connsiteY29" fmla="*/ 65722 h 78104"/>
                  <a:gd name="connsiteX30" fmla="*/ 381000 w 762000"/>
                  <a:gd name="connsiteY30" fmla="*/ 78105 h 78104"/>
                  <a:gd name="connsiteX31" fmla="*/ 438150 w 762000"/>
                  <a:gd name="connsiteY31" fmla="*/ 65722 h 78104"/>
                  <a:gd name="connsiteX32" fmla="*/ 476250 w 762000"/>
                  <a:gd name="connsiteY32" fmla="*/ 57150 h 78104"/>
                  <a:gd name="connsiteX33" fmla="*/ 514350 w 762000"/>
                  <a:gd name="connsiteY33" fmla="*/ 65722 h 78104"/>
                  <a:gd name="connsiteX34" fmla="*/ 571500 w 762000"/>
                  <a:gd name="connsiteY34" fmla="*/ 78105 h 78104"/>
                  <a:gd name="connsiteX35" fmla="*/ 571500 w 762000"/>
                  <a:gd name="connsiteY35" fmla="*/ 78105 h 78104"/>
                  <a:gd name="connsiteX36" fmla="*/ 628650 w 762000"/>
                  <a:gd name="connsiteY36" fmla="*/ 65722 h 78104"/>
                  <a:gd name="connsiteX37" fmla="*/ 666750 w 762000"/>
                  <a:gd name="connsiteY37" fmla="*/ 57150 h 78104"/>
                  <a:gd name="connsiteX38" fmla="*/ 704850 w 762000"/>
                  <a:gd name="connsiteY38" fmla="*/ 65722 h 78104"/>
                  <a:gd name="connsiteX39" fmla="*/ 762000 w 762000"/>
                  <a:gd name="connsiteY39" fmla="*/ 78105 h 78104"/>
                  <a:gd name="connsiteX40" fmla="*/ 762000 w 762000"/>
                  <a:gd name="connsiteY40" fmla="*/ 20955 h 78104"/>
                  <a:gd name="connsiteX41" fmla="*/ 723900 w 762000"/>
                  <a:gd name="connsiteY41" fmla="*/ 12382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62000" h="78104">
                    <a:moveTo>
                      <a:pt x="723900" y="12382"/>
                    </a:moveTo>
                    <a:cubicBezTo>
                      <a:pt x="705803" y="4763"/>
                      <a:pt x="686753" y="952"/>
                      <a:pt x="666750" y="0"/>
                    </a:cubicBezTo>
                    <a:lnTo>
                      <a:pt x="666750" y="0"/>
                    </a:lnTo>
                    <a:cubicBezTo>
                      <a:pt x="646748" y="952"/>
                      <a:pt x="627698" y="4763"/>
                      <a:pt x="609600" y="12382"/>
                    </a:cubicBezTo>
                    <a:cubicBezTo>
                      <a:pt x="597218" y="17145"/>
                      <a:pt x="584835" y="20002"/>
                      <a:pt x="571500" y="20955"/>
                    </a:cubicBezTo>
                    <a:lnTo>
                      <a:pt x="571500" y="20955"/>
                    </a:lnTo>
                    <a:cubicBezTo>
                      <a:pt x="558165" y="20002"/>
                      <a:pt x="545783" y="17145"/>
                      <a:pt x="533400" y="12382"/>
                    </a:cubicBezTo>
                    <a:cubicBezTo>
                      <a:pt x="515303" y="4763"/>
                      <a:pt x="496253" y="952"/>
                      <a:pt x="476250" y="0"/>
                    </a:cubicBezTo>
                    <a:lnTo>
                      <a:pt x="476250" y="0"/>
                    </a:lnTo>
                    <a:cubicBezTo>
                      <a:pt x="456248" y="952"/>
                      <a:pt x="437198" y="4763"/>
                      <a:pt x="419100" y="12382"/>
                    </a:cubicBezTo>
                    <a:cubicBezTo>
                      <a:pt x="406718" y="17145"/>
                      <a:pt x="394335" y="20002"/>
                      <a:pt x="381000" y="20955"/>
                    </a:cubicBezTo>
                    <a:cubicBezTo>
                      <a:pt x="367665" y="20002"/>
                      <a:pt x="355283" y="17145"/>
                      <a:pt x="342900" y="12382"/>
                    </a:cubicBezTo>
                    <a:cubicBezTo>
                      <a:pt x="324803" y="4763"/>
                      <a:pt x="305753" y="952"/>
                      <a:pt x="285750" y="0"/>
                    </a:cubicBezTo>
                    <a:lnTo>
                      <a:pt x="285750" y="0"/>
                    </a:lnTo>
                    <a:cubicBezTo>
                      <a:pt x="265748" y="952"/>
                      <a:pt x="246698" y="4763"/>
                      <a:pt x="228600" y="12382"/>
                    </a:cubicBezTo>
                    <a:cubicBezTo>
                      <a:pt x="216218" y="17145"/>
                      <a:pt x="203835" y="20002"/>
                      <a:pt x="190500" y="20955"/>
                    </a:cubicBezTo>
                    <a:cubicBezTo>
                      <a:pt x="177165" y="20002"/>
                      <a:pt x="164783" y="17145"/>
                      <a:pt x="152400" y="12382"/>
                    </a:cubicBezTo>
                    <a:cubicBezTo>
                      <a:pt x="134303" y="4763"/>
                      <a:pt x="115253" y="952"/>
                      <a:pt x="95250" y="0"/>
                    </a:cubicBezTo>
                    <a:lnTo>
                      <a:pt x="95250" y="0"/>
                    </a:lnTo>
                    <a:cubicBezTo>
                      <a:pt x="75248" y="952"/>
                      <a:pt x="56197" y="4763"/>
                      <a:pt x="38100" y="12382"/>
                    </a:cubicBezTo>
                    <a:cubicBezTo>
                      <a:pt x="25717" y="17145"/>
                      <a:pt x="13335" y="20002"/>
                      <a:pt x="0" y="20955"/>
                    </a:cubicBezTo>
                    <a:lnTo>
                      <a:pt x="0" y="78105"/>
                    </a:lnTo>
                    <a:cubicBezTo>
                      <a:pt x="20003" y="77152"/>
                      <a:pt x="39053" y="73342"/>
                      <a:pt x="57150" y="65722"/>
                    </a:cubicBezTo>
                    <a:cubicBezTo>
                      <a:pt x="69533" y="60960"/>
                      <a:pt x="81915" y="57150"/>
                      <a:pt x="95250" y="57150"/>
                    </a:cubicBezTo>
                    <a:cubicBezTo>
                      <a:pt x="108585" y="58102"/>
                      <a:pt x="120968" y="60960"/>
                      <a:pt x="133350" y="65722"/>
                    </a:cubicBezTo>
                    <a:cubicBezTo>
                      <a:pt x="151448" y="73342"/>
                      <a:pt x="170498" y="77152"/>
                      <a:pt x="190500" y="78105"/>
                    </a:cubicBezTo>
                    <a:lnTo>
                      <a:pt x="190500" y="78105"/>
                    </a:lnTo>
                    <a:cubicBezTo>
                      <a:pt x="210503" y="77152"/>
                      <a:pt x="229552" y="73342"/>
                      <a:pt x="247650" y="65722"/>
                    </a:cubicBezTo>
                    <a:cubicBezTo>
                      <a:pt x="260033" y="60960"/>
                      <a:pt x="272415" y="57150"/>
                      <a:pt x="285750" y="57150"/>
                    </a:cubicBezTo>
                    <a:cubicBezTo>
                      <a:pt x="299085" y="58102"/>
                      <a:pt x="311468" y="60960"/>
                      <a:pt x="323850" y="65722"/>
                    </a:cubicBezTo>
                    <a:cubicBezTo>
                      <a:pt x="341948" y="73342"/>
                      <a:pt x="360998" y="77152"/>
                      <a:pt x="381000" y="78105"/>
                    </a:cubicBezTo>
                    <a:cubicBezTo>
                      <a:pt x="401003" y="77152"/>
                      <a:pt x="420053" y="73342"/>
                      <a:pt x="438150" y="65722"/>
                    </a:cubicBezTo>
                    <a:cubicBezTo>
                      <a:pt x="450533" y="60960"/>
                      <a:pt x="462915" y="57150"/>
                      <a:pt x="476250" y="57150"/>
                    </a:cubicBezTo>
                    <a:cubicBezTo>
                      <a:pt x="489585" y="58102"/>
                      <a:pt x="501968" y="60960"/>
                      <a:pt x="514350" y="65722"/>
                    </a:cubicBezTo>
                    <a:cubicBezTo>
                      <a:pt x="532448" y="73342"/>
                      <a:pt x="551498" y="77152"/>
                      <a:pt x="571500" y="78105"/>
                    </a:cubicBezTo>
                    <a:lnTo>
                      <a:pt x="571500" y="78105"/>
                    </a:lnTo>
                    <a:cubicBezTo>
                      <a:pt x="591503" y="77152"/>
                      <a:pt x="610553" y="73342"/>
                      <a:pt x="628650" y="65722"/>
                    </a:cubicBezTo>
                    <a:cubicBezTo>
                      <a:pt x="641033" y="60960"/>
                      <a:pt x="653415" y="57150"/>
                      <a:pt x="666750" y="57150"/>
                    </a:cubicBezTo>
                    <a:cubicBezTo>
                      <a:pt x="680085" y="58102"/>
                      <a:pt x="692468" y="60960"/>
                      <a:pt x="704850" y="65722"/>
                    </a:cubicBezTo>
                    <a:cubicBezTo>
                      <a:pt x="722948" y="73342"/>
                      <a:pt x="741998" y="77152"/>
                      <a:pt x="762000" y="78105"/>
                    </a:cubicBezTo>
                    <a:lnTo>
                      <a:pt x="762000" y="20955"/>
                    </a:lnTo>
                    <a:cubicBezTo>
                      <a:pt x="748665" y="20002"/>
                      <a:pt x="736283" y="17145"/>
                      <a:pt x="723900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7A7E5725-A321-F44E-46F0-2D6786DFF603}"/>
                  </a:ext>
                </a:extLst>
              </p:cNvPr>
              <p:cNvSpPr/>
              <p:nvPr/>
            </p:nvSpPr>
            <p:spPr>
              <a:xfrm>
                <a:off x="4623000" y="2662646"/>
                <a:ext cx="762000" cy="78104"/>
              </a:xfrm>
              <a:custGeom>
                <a:avLst/>
                <a:gdLst>
                  <a:gd name="connsiteX0" fmla="*/ 723900 w 762000"/>
                  <a:gd name="connsiteY0" fmla="*/ 12382 h 78104"/>
                  <a:gd name="connsiteX1" fmla="*/ 666750 w 762000"/>
                  <a:gd name="connsiteY1" fmla="*/ 0 h 78104"/>
                  <a:gd name="connsiteX2" fmla="*/ 666750 w 762000"/>
                  <a:gd name="connsiteY2" fmla="*/ 0 h 78104"/>
                  <a:gd name="connsiteX3" fmla="*/ 609600 w 762000"/>
                  <a:gd name="connsiteY3" fmla="*/ 12382 h 78104"/>
                  <a:gd name="connsiteX4" fmla="*/ 571500 w 762000"/>
                  <a:gd name="connsiteY4" fmla="*/ 20955 h 78104"/>
                  <a:gd name="connsiteX5" fmla="*/ 571500 w 762000"/>
                  <a:gd name="connsiteY5" fmla="*/ 20955 h 78104"/>
                  <a:gd name="connsiteX6" fmla="*/ 533400 w 762000"/>
                  <a:gd name="connsiteY6" fmla="*/ 12382 h 78104"/>
                  <a:gd name="connsiteX7" fmla="*/ 476250 w 762000"/>
                  <a:gd name="connsiteY7" fmla="*/ 0 h 78104"/>
                  <a:gd name="connsiteX8" fmla="*/ 476250 w 762000"/>
                  <a:gd name="connsiteY8" fmla="*/ 0 h 78104"/>
                  <a:gd name="connsiteX9" fmla="*/ 419100 w 762000"/>
                  <a:gd name="connsiteY9" fmla="*/ 12382 h 78104"/>
                  <a:gd name="connsiteX10" fmla="*/ 381000 w 762000"/>
                  <a:gd name="connsiteY10" fmla="*/ 20955 h 78104"/>
                  <a:gd name="connsiteX11" fmla="*/ 342900 w 762000"/>
                  <a:gd name="connsiteY11" fmla="*/ 12382 h 78104"/>
                  <a:gd name="connsiteX12" fmla="*/ 285750 w 762000"/>
                  <a:gd name="connsiteY12" fmla="*/ 0 h 78104"/>
                  <a:gd name="connsiteX13" fmla="*/ 285750 w 762000"/>
                  <a:gd name="connsiteY13" fmla="*/ 0 h 78104"/>
                  <a:gd name="connsiteX14" fmla="*/ 228600 w 762000"/>
                  <a:gd name="connsiteY14" fmla="*/ 12382 h 78104"/>
                  <a:gd name="connsiteX15" fmla="*/ 190500 w 762000"/>
                  <a:gd name="connsiteY15" fmla="*/ 20955 h 78104"/>
                  <a:gd name="connsiteX16" fmla="*/ 152400 w 762000"/>
                  <a:gd name="connsiteY16" fmla="*/ 12382 h 78104"/>
                  <a:gd name="connsiteX17" fmla="*/ 95250 w 762000"/>
                  <a:gd name="connsiteY17" fmla="*/ 0 h 78104"/>
                  <a:gd name="connsiteX18" fmla="*/ 95250 w 762000"/>
                  <a:gd name="connsiteY18" fmla="*/ 0 h 78104"/>
                  <a:gd name="connsiteX19" fmla="*/ 38100 w 762000"/>
                  <a:gd name="connsiteY19" fmla="*/ 12382 h 78104"/>
                  <a:gd name="connsiteX20" fmla="*/ 0 w 762000"/>
                  <a:gd name="connsiteY20" fmla="*/ 20955 h 78104"/>
                  <a:gd name="connsiteX21" fmla="*/ 0 w 762000"/>
                  <a:gd name="connsiteY21" fmla="*/ 78105 h 78104"/>
                  <a:gd name="connsiteX22" fmla="*/ 57150 w 762000"/>
                  <a:gd name="connsiteY22" fmla="*/ 65722 h 78104"/>
                  <a:gd name="connsiteX23" fmla="*/ 95250 w 762000"/>
                  <a:gd name="connsiteY23" fmla="*/ 57150 h 78104"/>
                  <a:gd name="connsiteX24" fmla="*/ 133350 w 762000"/>
                  <a:gd name="connsiteY24" fmla="*/ 65722 h 78104"/>
                  <a:gd name="connsiteX25" fmla="*/ 190500 w 762000"/>
                  <a:gd name="connsiteY25" fmla="*/ 78105 h 78104"/>
                  <a:gd name="connsiteX26" fmla="*/ 190500 w 762000"/>
                  <a:gd name="connsiteY26" fmla="*/ 78105 h 78104"/>
                  <a:gd name="connsiteX27" fmla="*/ 247650 w 762000"/>
                  <a:gd name="connsiteY27" fmla="*/ 65722 h 78104"/>
                  <a:gd name="connsiteX28" fmla="*/ 285750 w 762000"/>
                  <a:gd name="connsiteY28" fmla="*/ 57150 h 78104"/>
                  <a:gd name="connsiteX29" fmla="*/ 323850 w 762000"/>
                  <a:gd name="connsiteY29" fmla="*/ 65722 h 78104"/>
                  <a:gd name="connsiteX30" fmla="*/ 381000 w 762000"/>
                  <a:gd name="connsiteY30" fmla="*/ 78105 h 78104"/>
                  <a:gd name="connsiteX31" fmla="*/ 438150 w 762000"/>
                  <a:gd name="connsiteY31" fmla="*/ 65722 h 78104"/>
                  <a:gd name="connsiteX32" fmla="*/ 476250 w 762000"/>
                  <a:gd name="connsiteY32" fmla="*/ 57150 h 78104"/>
                  <a:gd name="connsiteX33" fmla="*/ 514350 w 762000"/>
                  <a:gd name="connsiteY33" fmla="*/ 65722 h 78104"/>
                  <a:gd name="connsiteX34" fmla="*/ 571500 w 762000"/>
                  <a:gd name="connsiteY34" fmla="*/ 78105 h 78104"/>
                  <a:gd name="connsiteX35" fmla="*/ 571500 w 762000"/>
                  <a:gd name="connsiteY35" fmla="*/ 78105 h 78104"/>
                  <a:gd name="connsiteX36" fmla="*/ 628650 w 762000"/>
                  <a:gd name="connsiteY36" fmla="*/ 65722 h 78104"/>
                  <a:gd name="connsiteX37" fmla="*/ 666750 w 762000"/>
                  <a:gd name="connsiteY37" fmla="*/ 57150 h 78104"/>
                  <a:gd name="connsiteX38" fmla="*/ 704850 w 762000"/>
                  <a:gd name="connsiteY38" fmla="*/ 65722 h 78104"/>
                  <a:gd name="connsiteX39" fmla="*/ 762000 w 762000"/>
                  <a:gd name="connsiteY39" fmla="*/ 78105 h 78104"/>
                  <a:gd name="connsiteX40" fmla="*/ 762000 w 762000"/>
                  <a:gd name="connsiteY40" fmla="*/ 20955 h 78104"/>
                  <a:gd name="connsiteX41" fmla="*/ 723900 w 762000"/>
                  <a:gd name="connsiteY41" fmla="*/ 12382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62000" h="78104">
                    <a:moveTo>
                      <a:pt x="723900" y="12382"/>
                    </a:moveTo>
                    <a:cubicBezTo>
                      <a:pt x="705803" y="4763"/>
                      <a:pt x="686753" y="952"/>
                      <a:pt x="666750" y="0"/>
                    </a:cubicBezTo>
                    <a:lnTo>
                      <a:pt x="666750" y="0"/>
                    </a:lnTo>
                    <a:cubicBezTo>
                      <a:pt x="646748" y="952"/>
                      <a:pt x="627698" y="4763"/>
                      <a:pt x="609600" y="12382"/>
                    </a:cubicBezTo>
                    <a:cubicBezTo>
                      <a:pt x="597218" y="17145"/>
                      <a:pt x="584835" y="20002"/>
                      <a:pt x="571500" y="20955"/>
                    </a:cubicBezTo>
                    <a:lnTo>
                      <a:pt x="571500" y="20955"/>
                    </a:lnTo>
                    <a:cubicBezTo>
                      <a:pt x="558165" y="20002"/>
                      <a:pt x="545783" y="17145"/>
                      <a:pt x="533400" y="12382"/>
                    </a:cubicBezTo>
                    <a:cubicBezTo>
                      <a:pt x="515303" y="4763"/>
                      <a:pt x="496253" y="952"/>
                      <a:pt x="476250" y="0"/>
                    </a:cubicBezTo>
                    <a:lnTo>
                      <a:pt x="476250" y="0"/>
                    </a:lnTo>
                    <a:cubicBezTo>
                      <a:pt x="456248" y="952"/>
                      <a:pt x="437198" y="4763"/>
                      <a:pt x="419100" y="12382"/>
                    </a:cubicBezTo>
                    <a:cubicBezTo>
                      <a:pt x="406718" y="17145"/>
                      <a:pt x="394335" y="20002"/>
                      <a:pt x="381000" y="20955"/>
                    </a:cubicBezTo>
                    <a:cubicBezTo>
                      <a:pt x="367665" y="20002"/>
                      <a:pt x="355283" y="17145"/>
                      <a:pt x="342900" y="12382"/>
                    </a:cubicBezTo>
                    <a:cubicBezTo>
                      <a:pt x="324803" y="4763"/>
                      <a:pt x="305753" y="952"/>
                      <a:pt x="285750" y="0"/>
                    </a:cubicBezTo>
                    <a:lnTo>
                      <a:pt x="285750" y="0"/>
                    </a:lnTo>
                    <a:cubicBezTo>
                      <a:pt x="265748" y="952"/>
                      <a:pt x="246698" y="4763"/>
                      <a:pt x="228600" y="12382"/>
                    </a:cubicBezTo>
                    <a:cubicBezTo>
                      <a:pt x="216218" y="17145"/>
                      <a:pt x="203835" y="20002"/>
                      <a:pt x="190500" y="20955"/>
                    </a:cubicBezTo>
                    <a:cubicBezTo>
                      <a:pt x="177165" y="20002"/>
                      <a:pt x="164783" y="17145"/>
                      <a:pt x="152400" y="12382"/>
                    </a:cubicBezTo>
                    <a:cubicBezTo>
                      <a:pt x="134303" y="4763"/>
                      <a:pt x="115253" y="952"/>
                      <a:pt x="95250" y="0"/>
                    </a:cubicBezTo>
                    <a:lnTo>
                      <a:pt x="95250" y="0"/>
                    </a:lnTo>
                    <a:cubicBezTo>
                      <a:pt x="75248" y="952"/>
                      <a:pt x="56197" y="4763"/>
                      <a:pt x="38100" y="12382"/>
                    </a:cubicBezTo>
                    <a:cubicBezTo>
                      <a:pt x="25717" y="17145"/>
                      <a:pt x="13335" y="20002"/>
                      <a:pt x="0" y="20955"/>
                    </a:cubicBezTo>
                    <a:lnTo>
                      <a:pt x="0" y="78105"/>
                    </a:lnTo>
                    <a:cubicBezTo>
                      <a:pt x="20003" y="77152"/>
                      <a:pt x="39053" y="73342"/>
                      <a:pt x="57150" y="65722"/>
                    </a:cubicBezTo>
                    <a:cubicBezTo>
                      <a:pt x="69533" y="60960"/>
                      <a:pt x="81915" y="57150"/>
                      <a:pt x="95250" y="57150"/>
                    </a:cubicBezTo>
                    <a:cubicBezTo>
                      <a:pt x="108585" y="58102"/>
                      <a:pt x="120968" y="60960"/>
                      <a:pt x="133350" y="65722"/>
                    </a:cubicBezTo>
                    <a:cubicBezTo>
                      <a:pt x="151448" y="73342"/>
                      <a:pt x="170498" y="77152"/>
                      <a:pt x="190500" y="78105"/>
                    </a:cubicBezTo>
                    <a:lnTo>
                      <a:pt x="190500" y="78105"/>
                    </a:lnTo>
                    <a:cubicBezTo>
                      <a:pt x="210503" y="77152"/>
                      <a:pt x="229552" y="73342"/>
                      <a:pt x="247650" y="65722"/>
                    </a:cubicBezTo>
                    <a:cubicBezTo>
                      <a:pt x="260033" y="60960"/>
                      <a:pt x="272415" y="57150"/>
                      <a:pt x="285750" y="57150"/>
                    </a:cubicBezTo>
                    <a:cubicBezTo>
                      <a:pt x="299085" y="58102"/>
                      <a:pt x="311468" y="60960"/>
                      <a:pt x="323850" y="65722"/>
                    </a:cubicBezTo>
                    <a:cubicBezTo>
                      <a:pt x="341948" y="73342"/>
                      <a:pt x="360998" y="77152"/>
                      <a:pt x="381000" y="78105"/>
                    </a:cubicBezTo>
                    <a:cubicBezTo>
                      <a:pt x="401003" y="77152"/>
                      <a:pt x="420053" y="73342"/>
                      <a:pt x="438150" y="65722"/>
                    </a:cubicBezTo>
                    <a:cubicBezTo>
                      <a:pt x="450533" y="60960"/>
                      <a:pt x="462915" y="57150"/>
                      <a:pt x="476250" y="57150"/>
                    </a:cubicBezTo>
                    <a:cubicBezTo>
                      <a:pt x="489585" y="58102"/>
                      <a:pt x="501968" y="60960"/>
                      <a:pt x="514350" y="65722"/>
                    </a:cubicBezTo>
                    <a:cubicBezTo>
                      <a:pt x="532448" y="73342"/>
                      <a:pt x="551498" y="77152"/>
                      <a:pt x="571500" y="78105"/>
                    </a:cubicBezTo>
                    <a:lnTo>
                      <a:pt x="571500" y="78105"/>
                    </a:lnTo>
                    <a:cubicBezTo>
                      <a:pt x="591503" y="77152"/>
                      <a:pt x="610553" y="73342"/>
                      <a:pt x="628650" y="65722"/>
                    </a:cubicBezTo>
                    <a:cubicBezTo>
                      <a:pt x="641033" y="60960"/>
                      <a:pt x="653415" y="57150"/>
                      <a:pt x="666750" y="57150"/>
                    </a:cubicBezTo>
                    <a:cubicBezTo>
                      <a:pt x="680085" y="58102"/>
                      <a:pt x="692468" y="60960"/>
                      <a:pt x="704850" y="65722"/>
                    </a:cubicBezTo>
                    <a:cubicBezTo>
                      <a:pt x="722948" y="73342"/>
                      <a:pt x="741998" y="77152"/>
                      <a:pt x="762000" y="78105"/>
                    </a:cubicBezTo>
                    <a:lnTo>
                      <a:pt x="762000" y="20955"/>
                    </a:lnTo>
                    <a:cubicBezTo>
                      <a:pt x="748665" y="20002"/>
                      <a:pt x="736283" y="17145"/>
                      <a:pt x="723900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4A557C73-DC92-8D35-7E1F-3F81F019A253}"/>
                  </a:ext>
                </a:extLst>
              </p:cNvPr>
              <p:cNvSpPr/>
              <p:nvPr/>
            </p:nvSpPr>
            <p:spPr>
              <a:xfrm>
                <a:off x="4623000" y="2878646"/>
                <a:ext cx="762000" cy="78104"/>
              </a:xfrm>
              <a:custGeom>
                <a:avLst/>
                <a:gdLst>
                  <a:gd name="connsiteX0" fmla="*/ 723900 w 762000"/>
                  <a:gd name="connsiteY0" fmla="*/ 12382 h 78104"/>
                  <a:gd name="connsiteX1" fmla="*/ 666750 w 762000"/>
                  <a:gd name="connsiteY1" fmla="*/ 0 h 78104"/>
                  <a:gd name="connsiteX2" fmla="*/ 666750 w 762000"/>
                  <a:gd name="connsiteY2" fmla="*/ 0 h 78104"/>
                  <a:gd name="connsiteX3" fmla="*/ 609600 w 762000"/>
                  <a:gd name="connsiteY3" fmla="*/ 12382 h 78104"/>
                  <a:gd name="connsiteX4" fmla="*/ 571500 w 762000"/>
                  <a:gd name="connsiteY4" fmla="*/ 20955 h 78104"/>
                  <a:gd name="connsiteX5" fmla="*/ 571500 w 762000"/>
                  <a:gd name="connsiteY5" fmla="*/ 20955 h 78104"/>
                  <a:gd name="connsiteX6" fmla="*/ 533400 w 762000"/>
                  <a:gd name="connsiteY6" fmla="*/ 12382 h 78104"/>
                  <a:gd name="connsiteX7" fmla="*/ 476250 w 762000"/>
                  <a:gd name="connsiteY7" fmla="*/ 0 h 78104"/>
                  <a:gd name="connsiteX8" fmla="*/ 476250 w 762000"/>
                  <a:gd name="connsiteY8" fmla="*/ 0 h 78104"/>
                  <a:gd name="connsiteX9" fmla="*/ 419100 w 762000"/>
                  <a:gd name="connsiteY9" fmla="*/ 12382 h 78104"/>
                  <a:gd name="connsiteX10" fmla="*/ 381000 w 762000"/>
                  <a:gd name="connsiteY10" fmla="*/ 20955 h 78104"/>
                  <a:gd name="connsiteX11" fmla="*/ 342900 w 762000"/>
                  <a:gd name="connsiteY11" fmla="*/ 12382 h 78104"/>
                  <a:gd name="connsiteX12" fmla="*/ 285750 w 762000"/>
                  <a:gd name="connsiteY12" fmla="*/ 0 h 78104"/>
                  <a:gd name="connsiteX13" fmla="*/ 285750 w 762000"/>
                  <a:gd name="connsiteY13" fmla="*/ 0 h 78104"/>
                  <a:gd name="connsiteX14" fmla="*/ 228600 w 762000"/>
                  <a:gd name="connsiteY14" fmla="*/ 12382 h 78104"/>
                  <a:gd name="connsiteX15" fmla="*/ 190500 w 762000"/>
                  <a:gd name="connsiteY15" fmla="*/ 20955 h 78104"/>
                  <a:gd name="connsiteX16" fmla="*/ 152400 w 762000"/>
                  <a:gd name="connsiteY16" fmla="*/ 12382 h 78104"/>
                  <a:gd name="connsiteX17" fmla="*/ 95250 w 762000"/>
                  <a:gd name="connsiteY17" fmla="*/ 0 h 78104"/>
                  <a:gd name="connsiteX18" fmla="*/ 95250 w 762000"/>
                  <a:gd name="connsiteY18" fmla="*/ 0 h 78104"/>
                  <a:gd name="connsiteX19" fmla="*/ 38100 w 762000"/>
                  <a:gd name="connsiteY19" fmla="*/ 12382 h 78104"/>
                  <a:gd name="connsiteX20" fmla="*/ 0 w 762000"/>
                  <a:gd name="connsiteY20" fmla="*/ 20955 h 78104"/>
                  <a:gd name="connsiteX21" fmla="*/ 0 w 762000"/>
                  <a:gd name="connsiteY21" fmla="*/ 78105 h 78104"/>
                  <a:gd name="connsiteX22" fmla="*/ 57150 w 762000"/>
                  <a:gd name="connsiteY22" fmla="*/ 65722 h 78104"/>
                  <a:gd name="connsiteX23" fmla="*/ 95250 w 762000"/>
                  <a:gd name="connsiteY23" fmla="*/ 57150 h 78104"/>
                  <a:gd name="connsiteX24" fmla="*/ 133350 w 762000"/>
                  <a:gd name="connsiteY24" fmla="*/ 65722 h 78104"/>
                  <a:gd name="connsiteX25" fmla="*/ 190500 w 762000"/>
                  <a:gd name="connsiteY25" fmla="*/ 78105 h 78104"/>
                  <a:gd name="connsiteX26" fmla="*/ 190500 w 762000"/>
                  <a:gd name="connsiteY26" fmla="*/ 78105 h 78104"/>
                  <a:gd name="connsiteX27" fmla="*/ 247650 w 762000"/>
                  <a:gd name="connsiteY27" fmla="*/ 65722 h 78104"/>
                  <a:gd name="connsiteX28" fmla="*/ 285750 w 762000"/>
                  <a:gd name="connsiteY28" fmla="*/ 57150 h 78104"/>
                  <a:gd name="connsiteX29" fmla="*/ 323850 w 762000"/>
                  <a:gd name="connsiteY29" fmla="*/ 65722 h 78104"/>
                  <a:gd name="connsiteX30" fmla="*/ 381000 w 762000"/>
                  <a:gd name="connsiteY30" fmla="*/ 78105 h 78104"/>
                  <a:gd name="connsiteX31" fmla="*/ 438150 w 762000"/>
                  <a:gd name="connsiteY31" fmla="*/ 65722 h 78104"/>
                  <a:gd name="connsiteX32" fmla="*/ 476250 w 762000"/>
                  <a:gd name="connsiteY32" fmla="*/ 57150 h 78104"/>
                  <a:gd name="connsiteX33" fmla="*/ 514350 w 762000"/>
                  <a:gd name="connsiteY33" fmla="*/ 65722 h 78104"/>
                  <a:gd name="connsiteX34" fmla="*/ 571500 w 762000"/>
                  <a:gd name="connsiteY34" fmla="*/ 78105 h 78104"/>
                  <a:gd name="connsiteX35" fmla="*/ 571500 w 762000"/>
                  <a:gd name="connsiteY35" fmla="*/ 78105 h 78104"/>
                  <a:gd name="connsiteX36" fmla="*/ 628650 w 762000"/>
                  <a:gd name="connsiteY36" fmla="*/ 65722 h 78104"/>
                  <a:gd name="connsiteX37" fmla="*/ 666750 w 762000"/>
                  <a:gd name="connsiteY37" fmla="*/ 57150 h 78104"/>
                  <a:gd name="connsiteX38" fmla="*/ 704850 w 762000"/>
                  <a:gd name="connsiteY38" fmla="*/ 65722 h 78104"/>
                  <a:gd name="connsiteX39" fmla="*/ 762000 w 762000"/>
                  <a:gd name="connsiteY39" fmla="*/ 78105 h 78104"/>
                  <a:gd name="connsiteX40" fmla="*/ 762000 w 762000"/>
                  <a:gd name="connsiteY40" fmla="*/ 20955 h 78104"/>
                  <a:gd name="connsiteX41" fmla="*/ 723900 w 762000"/>
                  <a:gd name="connsiteY41" fmla="*/ 12382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62000" h="78104">
                    <a:moveTo>
                      <a:pt x="723900" y="12382"/>
                    </a:moveTo>
                    <a:cubicBezTo>
                      <a:pt x="705803" y="4763"/>
                      <a:pt x="686753" y="952"/>
                      <a:pt x="666750" y="0"/>
                    </a:cubicBezTo>
                    <a:lnTo>
                      <a:pt x="666750" y="0"/>
                    </a:lnTo>
                    <a:cubicBezTo>
                      <a:pt x="646748" y="952"/>
                      <a:pt x="627698" y="4763"/>
                      <a:pt x="609600" y="12382"/>
                    </a:cubicBezTo>
                    <a:cubicBezTo>
                      <a:pt x="597218" y="17145"/>
                      <a:pt x="584835" y="20002"/>
                      <a:pt x="571500" y="20955"/>
                    </a:cubicBezTo>
                    <a:lnTo>
                      <a:pt x="571500" y="20955"/>
                    </a:lnTo>
                    <a:cubicBezTo>
                      <a:pt x="558165" y="20002"/>
                      <a:pt x="545783" y="17145"/>
                      <a:pt x="533400" y="12382"/>
                    </a:cubicBezTo>
                    <a:cubicBezTo>
                      <a:pt x="515303" y="4763"/>
                      <a:pt x="496253" y="952"/>
                      <a:pt x="476250" y="0"/>
                    </a:cubicBezTo>
                    <a:lnTo>
                      <a:pt x="476250" y="0"/>
                    </a:lnTo>
                    <a:cubicBezTo>
                      <a:pt x="456248" y="952"/>
                      <a:pt x="437198" y="4763"/>
                      <a:pt x="419100" y="12382"/>
                    </a:cubicBezTo>
                    <a:cubicBezTo>
                      <a:pt x="406718" y="17145"/>
                      <a:pt x="394335" y="20002"/>
                      <a:pt x="381000" y="20955"/>
                    </a:cubicBezTo>
                    <a:cubicBezTo>
                      <a:pt x="367665" y="20002"/>
                      <a:pt x="355283" y="17145"/>
                      <a:pt x="342900" y="12382"/>
                    </a:cubicBezTo>
                    <a:cubicBezTo>
                      <a:pt x="324803" y="4763"/>
                      <a:pt x="305753" y="952"/>
                      <a:pt x="285750" y="0"/>
                    </a:cubicBezTo>
                    <a:lnTo>
                      <a:pt x="285750" y="0"/>
                    </a:lnTo>
                    <a:cubicBezTo>
                      <a:pt x="265748" y="952"/>
                      <a:pt x="246698" y="4763"/>
                      <a:pt x="228600" y="12382"/>
                    </a:cubicBezTo>
                    <a:cubicBezTo>
                      <a:pt x="216218" y="17145"/>
                      <a:pt x="203835" y="20002"/>
                      <a:pt x="190500" y="20955"/>
                    </a:cubicBezTo>
                    <a:cubicBezTo>
                      <a:pt x="177165" y="20002"/>
                      <a:pt x="164783" y="17145"/>
                      <a:pt x="152400" y="12382"/>
                    </a:cubicBezTo>
                    <a:cubicBezTo>
                      <a:pt x="134303" y="4763"/>
                      <a:pt x="115253" y="952"/>
                      <a:pt x="95250" y="0"/>
                    </a:cubicBezTo>
                    <a:lnTo>
                      <a:pt x="95250" y="0"/>
                    </a:lnTo>
                    <a:cubicBezTo>
                      <a:pt x="75248" y="952"/>
                      <a:pt x="56197" y="4763"/>
                      <a:pt x="38100" y="12382"/>
                    </a:cubicBezTo>
                    <a:cubicBezTo>
                      <a:pt x="25717" y="17145"/>
                      <a:pt x="13335" y="20002"/>
                      <a:pt x="0" y="20955"/>
                    </a:cubicBezTo>
                    <a:lnTo>
                      <a:pt x="0" y="78105"/>
                    </a:lnTo>
                    <a:cubicBezTo>
                      <a:pt x="20003" y="77152"/>
                      <a:pt x="39053" y="73342"/>
                      <a:pt x="57150" y="65722"/>
                    </a:cubicBezTo>
                    <a:cubicBezTo>
                      <a:pt x="69533" y="60960"/>
                      <a:pt x="81915" y="57150"/>
                      <a:pt x="95250" y="57150"/>
                    </a:cubicBezTo>
                    <a:cubicBezTo>
                      <a:pt x="108585" y="58102"/>
                      <a:pt x="120968" y="60960"/>
                      <a:pt x="133350" y="65722"/>
                    </a:cubicBezTo>
                    <a:cubicBezTo>
                      <a:pt x="151448" y="73342"/>
                      <a:pt x="170498" y="77152"/>
                      <a:pt x="190500" y="78105"/>
                    </a:cubicBezTo>
                    <a:lnTo>
                      <a:pt x="190500" y="78105"/>
                    </a:lnTo>
                    <a:cubicBezTo>
                      <a:pt x="210503" y="77152"/>
                      <a:pt x="229552" y="73342"/>
                      <a:pt x="247650" y="65722"/>
                    </a:cubicBezTo>
                    <a:cubicBezTo>
                      <a:pt x="260033" y="60960"/>
                      <a:pt x="272415" y="57150"/>
                      <a:pt x="285750" y="57150"/>
                    </a:cubicBezTo>
                    <a:cubicBezTo>
                      <a:pt x="299085" y="58102"/>
                      <a:pt x="311468" y="60960"/>
                      <a:pt x="323850" y="65722"/>
                    </a:cubicBezTo>
                    <a:cubicBezTo>
                      <a:pt x="341948" y="73342"/>
                      <a:pt x="360998" y="77152"/>
                      <a:pt x="381000" y="78105"/>
                    </a:cubicBezTo>
                    <a:cubicBezTo>
                      <a:pt x="401003" y="77152"/>
                      <a:pt x="420053" y="73342"/>
                      <a:pt x="438150" y="65722"/>
                    </a:cubicBezTo>
                    <a:cubicBezTo>
                      <a:pt x="450533" y="60960"/>
                      <a:pt x="462915" y="57150"/>
                      <a:pt x="476250" y="57150"/>
                    </a:cubicBezTo>
                    <a:cubicBezTo>
                      <a:pt x="489585" y="58102"/>
                      <a:pt x="501968" y="60960"/>
                      <a:pt x="514350" y="65722"/>
                    </a:cubicBezTo>
                    <a:cubicBezTo>
                      <a:pt x="532448" y="73342"/>
                      <a:pt x="551498" y="77152"/>
                      <a:pt x="571500" y="78105"/>
                    </a:cubicBezTo>
                    <a:lnTo>
                      <a:pt x="571500" y="78105"/>
                    </a:lnTo>
                    <a:cubicBezTo>
                      <a:pt x="591503" y="77152"/>
                      <a:pt x="610553" y="73342"/>
                      <a:pt x="628650" y="65722"/>
                    </a:cubicBezTo>
                    <a:cubicBezTo>
                      <a:pt x="641033" y="60960"/>
                      <a:pt x="653415" y="57150"/>
                      <a:pt x="666750" y="57150"/>
                    </a:cubicBezTo>
                    <a:cubicBezTo>
                      <a:pt x="680085" y="58102"/>
                      <a:pt x="692468" y="60960"/>
                      <a:pt x="704850" y="65722"/>
                    </a:cubicBezTo>
                    <a:cubicBezTo>
                      <a:pt x="722948" y="73342"/>
                      <a:pt x="741998" y="77152"/>
                      <a:pt x="762000" y="78105"/>
                    </a:cubicBezTo>
                    <a:lnTo>
                      <a:pt x="762000" y="20955"/>
                    </a:lnTo>
                    <a:cubicBezTo>
                      <a:pt x="748665" y="20002"/>
                      <a:pt x="736283" y="17145"/>
                      <a:pt x="723900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57FA0718-2384-D4A4-48A8-BB4E6E3FD626}"/>
              </a:ext>
            </a:extLst>
          </p:cNvPr>
          <p:cNvGrpSpPr/>
          <p:nvPr/>
        </p:nvGrpSpPr>
        <p:grpSpPr>
          <a:xfrm>
            <a:off x="8553000" y="3429000"/>
            <a:ext cx="1440000" cy="1440000"/>
            <a:chOff x="7833000" y="549000"/>
            <a:chExt cx="1440000" cy="1440000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A06D962C-BEE8-3140-F433-3FB093052F1C}"/>
                </a:ext>
              </a:extLst>
            </p:cNvPr>
            <p:cNvSpPr/>
            <p:nvPr/>
          </p:nvSpPr>
          <p:spPr>
            <a:xfrm>
              <a:off x="7833000" y="54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RAIL STATION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1B0FB33E-BAF0-BCC4-A264-67DDA5BC9DE8}"/>
                </a:ext>
              </a:extLst>
            </p:cNvPr>
            <p:cNvGrpSpPr/>
            <p:nvPr/>
          </p:nvGrpSpPr>
          <p:grpSpPr>
            <a:xfrm>
              <a:off x="8191197" y="878284"/>
              <a:ext cx="723606" cy="622098"/>
              <a:chOff x="8091300" y="942696"/>
              <a:chExt cx="685800" cy="589597"/>
            </a:xfrm>
          </p:grpSpPr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4206C53-7176-6CA8-605E-4C27D71999D4}"/>
                  </a:ext>
                </a:extLst>
              </p:cNvPr>
              <p:cNvSpPr/>
              <p:nvPr/>
            </p:nvSpPr>
            <p:spPr>
              <a:xfrm>
                <a:off x="8266559" y="942696"/>
                <a:ext cx="331469" cy="186689"/>
              </a:xfrm>
              <a:custGeom>
                <a:avLst/>
                <a:gdLst>
                  <a:gd name="csX0" fmla="*/ 167640 w 331469"/>
                  <a:gd name="csY0" fmla="*/ 45720 h 186689"/>
                  <a:gd name="csX1" fmla="*/ 304800 w 331469"/>
                  <a:gd name="csY1" fmla="*/ 183833 h 186689"/>
                  <a:gd name="csX2" fmla="*/ 331470 w 331469"/>
                  <a:gd name="csY2" fmla="*/ 157163 h 186689"/>
                  <a:gd name="csX3" fmla="*/ 167640 w 331469"/>
                  <a:gd name="csY3" fmla="*/ 0 h 186689"/>
                  <a:gd name="csX4" fmla="*/ 0 w 331469"/>
                  <a:gd name="csY4" fmla="*/ 160020 h 186689"/>
                  <a:gd name="csX5" fmla="*/ 26670 w 331469"/>
                  <a:gd name="csY5" fmla="*/ 186690 h 1866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31469" h="186689">
                    <a:moveTo>
                      <a:pt x="167640" y="45720"/>
                    </a:moveTo>
                    <a:lnTo>
                      <a:pt x="304800" y="183833"/>
                    </a:lnTo>
                    <a:lnTo>
                      <a:pt x="331470" y="157163"/>
                    </a:lnTo>
                    <a:lnTo>
                      <a:pt x="167640" y="0"/>
                    </a:lnTo>
                    <a:lnTo>
                      <a:pt x="0" y="160020"/>
                    </a:lnTo>
                    <a:lnTo>
                      <a:pt x="26670" y="18669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9739EEAB-51AE-689D-87C1-C2D381454BD1}"/>
                  </a:ext>
                </a:extLst>
              </p:cNvPr>
              <p:cNvSpPr/>
              <p:nvPr/>
            </p:nvSpPr>
            <p:spPr>
              <a:xfrm>
                <a:off x="8091300" y="1036993"/>
                <a:ext cx="685800" cy="495300"/>
              </a:xfrm>
              <a:custGeom>
                <a:avLst/>
                <a:gdLst>
                  <a:gd name="csX0" fmla="*/ 647700 w 685800"/>
                  <a:gd name="csY0" fmla="*/ 295275 h 495300"/>
                  <a:gd name="csX1" fmla="*/ 571500 w 685800"/>
                  <a:gd name="csY1" fmla="*/ 295275 h 495300"/>
                  <a:gd name="csX2" fmla="*/ 571500 w 685800"/>
                  <a:gd name="csY2" fmla="*/ 219075 h 495300"/>
                  <a:gd name="csX3" fmla="*/ 647700 w 685800"/>
                  <a:gd name="csY3" fmla="*/ 219075 h 495300"/>
                  <a:gd name="csX4" fmla="*/ 647700 w 685800"/>
                  <a:gd name="csY4" fmla="*/ 295275 h 495300"/>
                  <a:gd name="csX5" fmla="*/ 647700 w 685800"/>
                  <a:gd name="csY5" fmla="*/ 409575 h 495300"/>
                  <a:gd name="csX6" fmla="*/ 571500 w 685800"/>
                  <a:gd name="csY6" fmla="*/ 409575 h 495300"/>
                  <a:gd name="csX7" fmla="*/ 571500 w 685800"/>
                  <a:gd name="csY7" fmla="*/ 333375 h 495300"/>
                  <a:gd name="csX8" fmla="*/ 647700 w 685800"/>
                  <a:gd name="csY8" fmla="*/ 333375 h 495300"/>
                  <a:gd name="csX9" fmla="*/ 647700 w 685800"/>
                  <a:gd name="csY9" fmla="*/ 409575 h 495300"/>
                  <a:gd name="csX10" fmla="*/ 533400 w 685800"/>
                  <a:gd name="csY10" fmla="*/ 295275 h 495300"/>
                  <a:gd name="csX11" fmla="*/ 457200 w 685800"/>
                  <a:gd name="csY11" fmla="*/ 295275 h 495300"/>
                  <a:gd name="csX12" fmla="*/ 457200 w 685800"/>
                  <a:gd name="csY12" fmla="*/ 219075 h 495300"/>
                  <a:gd name="csX13" fmla="*/ 533400 w 685800"/>
                  <a:gd name="csY13" fmla="*/ 219075 h 495300"/>
                  <a:gd name="csX14" fmla="*/ 533400 w 685800"/>
                  <a:gd name="csY14" fmla="*/ 295275 h 495300"/>
                  <a:gd name="csX15" fmla="*/ 533400 w 685800"/>
                  <a:gd name="csY15" fmla="*/ 409575 h 495300"/>
                  <a:gd name="csX16" fmla="*/ 457200 w 685800"/>
                  <a:gd name="csY16" fmla="*/ 409575 h 495300"/>
                  <a:gd name="csX17" fmla="*/ 457200 w 685800"/>
                  <a:gd name="csY17" fmla="*/ 333375 h 495300"/>
                  <a:gd name="csX18" fmla="*/ 533400 w 685800"/>
                  <a:gd name="csY18" fmla="*/ 333375 h 495300"/>
                  <a:gd name="csX19" fmla="*/ 533400 w 685800"/>
                  <a:gd name="csY19" fmla="*/ 409575 h 495300"/>
                  <a:gd name="csX20" fmla="*/ 409575 w 685800"/>
                  <a:gd name="csY20" fmla="*/ 295275 h 495300"/>
                  <a:gd name="csX21" fmla="*/ 276225 w 685800"/>
                  <a:gd name="csY21" fmla="*/ 295275 h 495300"/>
                  <a:gd name="csX22" fmla="*/ 276225 w 685800"/>
                  <a:gd name="csY22" fmla="*/ 257175 h 495300"/>
                  <a:gd name="csX23" fmla="*/ 409575 w 685800"/>
                  <a:gd name="csY23" fmla="*/ 257175 h 495300"/>
                  <a:gd name="csX24" fmla="*/ 409575 w 685800"/>
                  <a:gd name="csY24" fmla="*/ 295275 h 495300"/>
                  <a:gd name="csX25" fmla="*/ 342900 w 685800"/>
                  <a:gd name="csY25" fmla="*/ 114300 h 495300"/>
                  <a:gd name="csX26" fmla="*/ 371475 w 685800"/>
                  <a:gd name="csY26" fmla="*/ 142875 h 495300"/>
                  <a:gd name="csX27" fmla="*/ 342900 w 685800"/>
                  <a:gd name="csY27" fmla="*/ 171450 h 495300"/>
                  <a:gd name="csX28" fmla="*/ 314325 w 685800"/>
                  <a:gd name="csY28" fmla="*/ 142875 h 495300"/>
                  <a:gd name="csX29" fmla="*/ 342900 w 685800"/>
                  <a:gd name="csY29" fmla="*/ 114300 h 495300"/>
                  <a:gd name="csX30" fmla="*/ 228600 w 685800"/>
                  <a:gd name="csY30" fmla="*/ 295275 h 495300"/>
                  <a:gd name="csX31" fmla="*/ 152400 w 685800"/>
                  <a:gd name="csY31" fmla="*/ 295275 h 495300"/>
                  <a:gd name="csX32" fmla="*/ 152400 w 685800"/>
                  <a:gd name="csY32" fmla="*/ 219075 h 495300"/>
                  <a:gd name="csX33" fmla="*/ 228600 w 685800"/>
                  <a:gd name="csY33" fmla="*/ 219075 h 495300"/>
                  <a:gd name="csX34" fmla="*/ 228600 w 685800"/>
                  <a:gd name="csY34" fmla="*/ 295275 h 495300"/>
                  <a:gd name="csX35" fmla="*/ 228600 w 685800"/>
                  <a:gd name="csY35" fmla="*/ 409575 h 495300"/>
                  <a:gd name="csX36" fmla="*/ 152400 w 685800"/>
                  <a:gd name="csY36" fmla="*/ 409575 h 495300"/>
                  <a:gd name="csX37" fmla="*/ 152400 w 685800"/>
                  <a:gd name="csY37" fmla="*/ 333375 h 495300"/>
                  <a:gd name="csX38" fmla="*/ 228600 w 685800"/>
                  <a:gd name="csY38" fmla="*/ 333375 h 495300"/>
                  <a:gd name="csX39" fmla="*/ 228600 w 685800"/>
                  <a:gd name="csY39" fmla="*/ 409575 h 495300"/>
                  <a:gd name="csX40" fmla="*/ 114300 w 685800"/>
                  <a:gd name="csY40" fmla="*/ 295275 h 495300"/>
                  <a:gd name="csX41" fmla="*/ 38100 w 685800"/>
                  <a:gd name="csY41" fmla="*/ 295275 h 495300"/>
                  <a:gd name="csX42" fmla="*/ 38100 w 685800"/>
                  <a:gd name="csY42" fmla="*/ 219075 h 495300"/>
                  <a:gd name="csX43" fmla="*/ 114300 w 685800"/>
                  <a:gd name="csY43" fmla="*/ 219075 h 495300"/>
                  <a:gd name="csX44" fmla="*/ 114300 w 685800"/>
                  <a:gd name="csY44" fmla="*/ 295275 h 495300"/>
                  <a:gd name="csX45" fmla="*/ 114300 w 685800"/>
                  <a:gd name="csY45" fmla="*/ 409575 h 495300"/>
                  <a:gd name="csX46" fmla="*/ 38100 w 685800"/>
                  <a:gd name="csY46" fmla="*/ 409575 h 495300"/>
                  <a:gd name="csX47" fmla="*/ 38100 w 685800"/>
                  <a:gd name="csY47" fmla="*/ 333375 h 495300"/>
                  <a:gd name="csX48" fmla="*/ 114300 w 685800"/>
                  <a:gd name="csY48" fmla="*/ 333375 h 495300"/>
                  <a:gd name="csX49" fmla="*/ 114300 w 685800"/>
                  <a:gd name="csY49" fmla="*/ 409575 h 495300"/>
                  <a:gd name="csX50" fmla="*/ 457200 w 685800"/>
                  <a:gd name="csY50" fmla="*/ 171450 h 495300"/>
                  <a:gd name="csX51" fmla="*/ 457200 w 685800"/>
                  <a:gd name="csY51" fmla="*/ 114300 h 495300"/>
                  <a:gd name="csX52" fmla="*/ 342900 w 685800"/>
                  <a:gd name="csY52" fmla="*/ 0 h 495300"/>
                  <a:gd name="csX53" fmla="*/ 228600 w 685800"/>
                  <a:gd name="csY53" fmla="*/ 114300 h 495300"/>
                  <a:gd name="csX54" fmla="*/ 228600 w 685800"/>
                  <a:gd name="csY54" fmla="*/ 171450 h 495300"/>
                  <a:gd name="csX55" fmla="*/ 0 w 685800"/>
                  <a:gd name="csY55" fmla="*/ 171450 h 495300"/>
                  <a:gd name="csX56" fmla="*/ 0 w 685800"/>
                  <a:gd name="csY56" fmla="*/ 495300 h 495300"/>
                  <a:gd name="csX57" fmla="*/ 276225 w 685800"/>
                  <a:gd name="csY57" fmla="*/ 495300 h 495300"/>
                  <a:gd name="csX58" fmla="*/ 276225 w 685800"/>
                  <a:gd name="csY58" fmla="*/ 390525 h 495300"/>
                  <a:gd name="csX59" fmla="*/ 342900 w 685800"/>
                  <a:gd name="csY59" fmla="*/ 333375 h 495300"/>
                  <a:gd name="csX60" fmla="*/ 409575 w 685800"/>
                  <a:gd name="csY60" fmla="*/ 390525 h 495300"/>
                  <a:gd name="csX61" fmla="*/ 409575 w 685800"/>
                  <a:gd name="csY61" fmla="*/ 495300 h 495300"/>
                  <a:gd name="csX62" fmla="*/ 685800 w 685800"/>
                  <a:gd name="csY62" fmla="*/ 495300 h 495300"/>
                  <a:gd name="csX63" fmla="*/ 685800 w 685800"/>
                  <a:gd name="csY63" fmla="*/ 171450 h 495300"/>
                  <a:gd name="csX64" fmla="*/ 457200 w 685800"/>
                  <a:gd name="csY64" fmla="*/ 171450 h 495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</a:cxnLst>
                <a:rect l="l" t="t" r="r" b="b"/>
                <a:pathLst>
                  <a:path w="685800" h="495300">
                    <a:moveTo>
                      <a:pt x="647700" y="295275"/>
                    </a:moveTo>
                    <a:lnTo>
                      <a:pt x="571500" y="295275"/>
                    </a:lnTo>
                    <a:lnTo>
                      <a:pt x="571500" y="219075"/>
                    </a:lnTo>
                    <a:lnTo>
                      <a:pt x="647700" y="219075"/>
                    </a:lnTo>
                    <a:lnTo>
                      <a:pt x="647700" y="295275"/>
                    </a:lnTo>
                    <a:close/>
                    <a:moveTo>
                      <a:pt x="647700" y="409575"/>
                    </a:moveTo>
                    <a:lnTo>
                      <a:pt x="571500" y="409575"/>
                    </a:lnTo>
                    <a:lnTo>
                      <a:pt x="571500" y="333375"/>
                    </a:lnTo>
                    <a:lnTo>
                      <a:pt x="647700" y="333375"/>
                    </a:lnTo>
                    <a:lnTo>
                      <a:pt x="647700" y="409575"/>
                    </a:lnTo>
                    <a:close/>
                    <a:moveTo>
                      <a:pt x="533400" y="295275"/>
                    </a:moveTo>
                    <a:lnTo>
                      <a:pt x="457200" y="295275"/>
                    </a:lnTo>
                    <a:lnTo>
                      <a:pt x="457200" y="219075"/>
                    </a:lnTo>
                    <a:lnTo>
                      <a:pt x="533400" y="219075"/>
                    </a:lnTo>
                    <a:lnTo>
                      <a:pt x="533400" y="295275"/>
                    </a:lnTo>
                    <a:close/>
                    <a:moveTo>
                      <a:pt x="533400" y="409575"/>
                    </a:moveTo>
                    <a:lnTo>
                      <a:pt x="457200" y="409575"/>
                    </a:lnTo>
                    <a:lnTo>
                      <a:pt x="457200" y="333375"/>
                    </a:lnTo>
                    <a:lnTo>
                      <a:pt x="533400" y="333375"/>
                    </a:lnTo>
                    <a:lnTo>
                      <a:pt x="533400" y="409575"/>
                    </a:lnTo>
                    <a:close/>
                    <a:moveTo>
                      <a:pt x="409575" y="295275"/>
                    </a:moveTo>
                    <a:lnTo>
                      <a:pt x="276225" y="295275"/>
                    </a:lnTo>
                    <a:lnTo>
                      <a:pt x="276225" y="257175"/>
                    </a:lnTo>
                    <a:lnTo>
                      <a:pt x="409575" y="257175"/>
                    </a:lnTo>
                    <a:lnTo>
                      <a:pt x="409575" y="295275"/>
                    </a:lnTo>
                    <a:close/>
                    <a:moveTo>
                      <a:pt x="342900" y="114300"/>
                    </a:moveTo>
                    <a:cubicBezTo>
                      <a:pt x="359093" y="114300"/>
                      <a:pt x="371475" y="126683"/>
                      <a:pt x="371475" y="142875"/>
                    </a:cubicBezTo>
                    <a:cubicBezTo>
                      <a:pt x="371475" y="159067"/>
                      <a:pt x="359093" y="171450"/>
                      <a:pt x="342900" y="171450"/>
                    </a:cubicBezTo>
                    <a:cubicBezTo>
                      <a:pt x="326708" y="171450"/>
                      <a:pt x="314325" y="159067"/>
                      <a:pt x="314325" y="142875"/>
                    </a:cubicBezTo>
                    <a:cubicBezTo>
                      <a:pt x="314325" y="126683"/>
                      <a:pt x="326708" y="114300"/>
                      <a:pt x="342900" y="114300"/>
                    </a:cubicBezTo>
                    <a:close/>
                    <a:moveTo>
                      <a:pt x="228600" y="295275"/>
                    </a:moveTo>
                    <a:lnTo>
                      <a:pt x="152400" y="295275"/>
                    </a:lnTo>
                    <a:lnTo>
                      <a:pt x="152400" y="219075"/>
                    </a:lnTo>
                    <a:lnTo>
                      <a:pt x="228600" y="219075"/>
                    </a:lnTo>
                    <a:lnTo>
                      <a:pt x="228600" y="295275"/>
                    </a:lnTo>
                    <a:close/>
                    <a:moveTo>
                      <a:pt x="228600" y="409575"/>
                    </a:moveTo>
                    <a:lnTo>
                      <a:pt x="152400" y="409575"/>
                    </a:lnTo>
                    <a:lnTo>
                      <a:pt x="152400" y="333375"/>
                    </a:lnTo>
                    <a:lnTo>
                      <a:pt x="228600" y="333375"/>
                    </a:lnTo>
                    <a:lnTo>
                      <a:pt x="228600" y="409575"/>
                    </a:lnTo>
                    <a:close/>
                    <a:moveTo>
                      <a:pt x="114300" y="295275"/>
                    </a:moveTo>
                    <a:lnTo>
                      <a:pt x="38100" y="295275"/>
                    </a:lnTo>
                    <a:lnTo>
                      <a:pt x="38100" y="219075"/>
                    </a:lnTo>
                    <a:lnTo>
                      <a:pt x="114300" y="219075"/>
                    </a:lnTo>
                    <a:lnTo>
                      <a:pt x="114300" y="295275"/>
                    </a:lnTo>
                    <a:close/>
                    <a:moveTo>
                      <a:pt x="114300" y="409575"/>
                    </a:moveTo>
                    <a:lnTo>
                      <a:pt x="38100" y="409575"/>
                    </a:lnTo>
                    <a:lnTo>
                      <a:pt x="38100" y="333375"/>
                    </a:lnTo>
                    <a:lnTo>
                      <a:pt x="114300" y="333375"/>
                    </a:lnTo>
                    <a:lnTo>
                      <a:pt x="114300" y="409575"/>
                    </a:lnTo>
                    <a:close/>
                    <a:moveTo>
                      <a:pt x="457200" y="171450"/>
                    </a:moveTo>
                    <a:lnTo>
                      <a:pt x="457200" y="114300"/>
                    </a:lnTo>
                    <a:lnTo>
                      <a:pt x="342900" y="0"/>
                    </a:lnTo>
                    <a:lnTo>
                      <a:pt x="228600" y="114300"/>
                    </a:lnTo>
                    <a:lnTo>
                      <a:pt x="228600" y="171450"/>
                    </a:lnTo>
                    <a:lnTo>
                      <a:pt x="0" y="171450"/>
                    </a:lnTo>
                    <a:lnTo>
                      <a:pt x="0" y="495300"/>
                    </a:lnTo>
                    <a:lnTo>
                      <a:pt x="276225" y="495300"/>
                    </a:lnTo>
                    <a:lnTo>
                      <a:pt x="276225" y="390525"/>
                    </a:lnTo>
                    <a:cubicBezTo>
                      <a:pt x="276225" y="363855"/>
                      <a:pt x="295275" y="333375"/>
                      <a:pt x="342900" y="333375"/>
                    </a:cubicBezTo>
                    <a:cubicBezTo>
                      <a:pt x="390525" y="333375"/>
                      <a:pt x="409575" y="363855"/>
                      <a:pt x="409575" y="390525"/>
                    </a:cubicBezTo>
                    <a:lnTo>
                      <a:pt x="409575" y="495300"/>
                    </a:lnTo>
                    <a:lnTo>
                      <a:pt x="685800" y="495300"/>
                    </a:lnTo>
                    <a:lnTo>
                      <a:pt x="685800" y="171450"/>
                    </a:lnTo>
                    <a:lnTo>
                      <a:pt x="457200" y="1714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8191C76-A528-91ED-204A-9A6075CB9631}"/>
              </a:ext>
            </a:extLst>
          </p:cNvPr>
          <p:cNvGrpSpPr/>
          <p:nvPr/>
        </p:nvGrpSpPr>
        <p:grpSpPr>
          <a:xfrm>
            <a:off x="8553000" y="1989000"/>
            <a:ext cx="1440000" cy="1440000"/>
            <a:chOff x="2793000" y="3429000"/>
            <a:chExt cx="1440000" cy="1440000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C3B9A32-8CCD-0E37-4E9F-0C4EA7E5049B}"/>
                </a:ext>
              </a:extLst>
            </p:cNvPr>
            <p:cNvSpPr/>
            <p:nvPr/>
          </p:nvSpPr>
          <p:spPr>
            <a:xfrm>
              <a:off x="279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TRAIN LINE</a:t>
              </a:r>
            </a:p>
          </p:txBody>
        </p:sp>
        <p:sp>
          <p:nvSpPr>
            <p:cNvPr id="191" name="Graphic 10" descr="Streetcar with solid fill">
              <a:extLst>
                <a:ext uri="{FF2B5EF4-FFF2-40B4-BE49-F238E27FC236}">
                  <a16:creationId xmlns:a16="http://schemas.microsoft.com/office/drawing/2014/main" id="{E1D2F377-BC1E-0AEC-527A-0BA34B219893}"/>
                </a:ext>
              </a:extLst>
            </p:cNvPr>
            <p:cNvSpPr/>
            <p:nvPr/>
          </p:nvSpPr>
          <p:spPr>
            <a:xfrm>
              <a:off x="3261000" y="3573000"/>
              <a:ext cx="504000" cy="900000"/>
            </a:xfrm>
            <a:custGeom>
              <a:avLst/>
              <a:gdLst>
                <a:gd name="connsiteX0" fmla="*/ 504000 w 576000"/>
                <a:gd name="connsiteY0" fmla="*/ 480000 h 960000"/>
                <a:gd name="connsiteX1" fmla="*/ 480000 w 576000"/>
                <a:gd name="connsiteY1" fmla="*/ 504000 h 960000"/>
                <a:gd name="connsiteX2" fmla="*/ 96000 w 576000"/>
                <a:gd name="connsiteY2" fmla="*/ 504000 h 960000"/>
                <a:gd name="connsiteX3" fmla="*/ 72000 w 576000"/>
                <a:gd name="connsiteY3" fmla="*/ 480000 h 960000"/>
                <a:gd name="connsiteX4" fmla="*/ 72000 w 576000"/>
                <a:gd name="connsiteY4" fmla="*/ 240000 h 960000"/>
                <a:gd name="connsiteX5" fmla="*/ 120000 w 576000"/>
                <a:gd name="connsiteY5" fmla="*/ 192000 h 960000"/>
                <a:gd name="connsiteX6" fmla="*/ 216000 w 576000"/>
                <a:gd name="connsiteY6" fmla="*/ 192000 h 960000"/>
                <a:gd name="connsiteX7" fmla="*/ 240000 w 576000"/>
                <a:gd name="connsiteY7" fmla="*/ 168000 h 960000"/>
                <a:gd name="connsiteX8" fmla="*/ 336000 w 576000"/>
                <a:gd name="connsiteY8" fmla="*/ 168000 h 960000"/>
                <a:gd name="connsiteX9" fmla="*/ 360000 w 576000"/>
                <a:gd name="connsiteY9" fmla="*/ 192000 h 960000"/>
                <a:gd name="connsiteX10" fmla="*/ 456000 w 576000"/>
                <a:gd name="connsiteY10" fmla="*/ 192000 h 960000"/>
                <a:gd name="connsiteX11" fmla="*/ 504000 w 576000"/>
                <a:gd name="connsiteY11" fmla="*/ 240000 h 960000"/>
                <a:gd name="connsiteX12" fmla="*/ 504000 w 576000"/>
                <a:gd name="connsiteY12" fmla="*/ 480000 h 960000"/>
                <a:gd name="connsiteX13" fmla="*/ 468000 w 576000"/>
                <a:gd name="connsiteY13" fmla="*/ 768000 h 960000"/>
                <a:gd name="connsiteX14" fmla="*/ 432000 w 576000"/>
                <a:gd name="connsiteY14" fmla="*/ 732000 h 960000"/>
                <a:gd name="connsiteX15" fmla="*/ 468000 w 576000"/>
                <a:gd name="connsiteY15" fmla="*/ 696000 h 960000"/>
                <a:gd name="connsiteX16" fmla="*/ 504000 w 576000"/>
                <a:gd name="connsiteY16" fmla="*/ 732000 h 960000"/>
                <a:gd name="connsiteX17" fmla="*/ 468000 w 576000"/>
                <a:gd name="connsiteY17" fmla="*/ 768000 h 960000"/>
                <a:gd name="connsiteX18" fmla="*/ 108000 w 576000"/>
                <a:gd name="connsiteY18" fmla="*/ 768000 h 960000"/>
                <a:gd name="connsiteX19" fmla="*/ 72000 w 576000"/>
                <a:gd name="connsiteY19" fmla="*/ 732000 h 960000"/>
                <a:gd name="connsiteX20" fmla="*/ 108000 w 576000"/>
                <a:gd name="connsiteY20" fmla="*/ 696000 h 960000"/>
                <a:gd name="connsiteX21" fmla="*/ 144000 w 576000"/>
                <a:gd name="connsiteY21" fmla="*/ 732000 h 960000"/>
                <a:gd name="connsiteX22" fmla="*/ 108000 w 576000"/>
                <a:gd name="connsiteY22" fmla="*/ 768000 h 960000"/>
                <a:gd name="connsiteX23" fmla="*/ 480000 w 576000"/>
                <a:gd name="connsiteY23" fmla="*/ 120000 h 960000"/>
                <a:gd name="connsiteX24" fmla="*/ 312000 w 576000"/>
                <a:gd name="connsiteY24" fmla="*/ 120000 h 960000"/>
                <a:gd name="connsiteX25" fmla="*/ 312000 w 576000"/>
                <a:gd name="connsiteY25" fmla="*/ 48000 h 960000"/>
                <a:gd name="connsiteX26" fmla="*/ 432000 w 576000"/>
                <a:gd name="connsiteY26" fmla="*/ 48000 h 960000"/>
                <a:gd name="connsiteX27" fmla="*/ 432000 w 576000"/>
                <a:gd name="connsiteY27" fmla="*/ 0 h 960000"/>
                <a:gd name="connsiteX28" fmla="*/ 144000 w 576000"/>
                <a:gd name="connsiteY28" fmla="*/ 0 h 960000"/>
                <a:gd name="connsiteX29" fmla="*/ 144000 w 576000"/>
                <a:gd name="connsiteY29" fmla="*/ 48000 h 960000"/>
                <a:gd name="connsiteX30" fmla="*/ 264000 w 576000"/>
                <a:gd name="connsiteY30" fmla="*/ 48000 h 960000"/>
                <a:gd name="connsiteX31" fmla="*/ 264000 w 576000"/>
                <a:gd name="connsiteY31" fmla="*/ 120000 h 960000"/>
                <a:gd name="connsiteX32" fmla="*/ 96000 w 576000"/>
                <a:gd name="connsiteY32" fmla="*/ 120000 h 960000"/>
                <a:gd name="connsiteX33" fmla="*/ 0 w 576000"/>
                <a:gd name="connsiteY33" fmla="*/ 216000 h 960000"/>
                <a:gd name="connsiteX34" fmla="*/ 0 w 576000"/>
                <a:gd name="connsiteY34" fmla="*/ 768000 h 960000"/>
                <a:gd name="connsiteX35" fmla="*/ 72000 w 576000"/>
                <a:gd name="connsiteY35" fmla="*/ 840000 h 960000"/>
                <a:gd name="connsiteX36" fmla="*/ 82800 w 576000"/>
                <a:gd name="connsiteY36" fmla="*/ 840000 h 960000"/>
                <a:gd name="connsiteX37" fmla="*/ 28800 w 576000"/>
                <a:gd name="connsiteY37" fmla="*/ 960000 h 960000"/>
                <a:gd name="connsiteX38" fmla="*/ 81600 w 576000"/>
                <a:gd name="connsiteY38" fmla="*/ 960000 h 960000"/>
                <a:gd name="connsiteX39" fmla="*/ 135600 w 576000"/>
                <a:gd name="connsiteY39" fmla="*/ 840000 h 960000"/>
                <a:gd name="connsiteX40" fmla="*/ 440400 w 576000"/>
                <a:gd name="connsiteY40" fmla="*/ 840000 h 960000"/>
                <a:gd name="connsiteX41" fmla="*/ 494400 w 576000"/>
                <a:gd name="connsiteY41" fmla="*/ 960000 h 960000"/>
                <a:gd name="connsiteX42" fmla="*/ 547200 w 576000"/>
                <a:gd name="connsiteY42" fmla="*/ 960000 h 960000"/>
                <a:gd name="connsiteX43" fmla="*/ 493200 w 576000"/>
                <a:gd name="connsiteY43" fmla="*/ 840000 h 960000"/>
                <a:gd name="connsiteX44" fmla="*/ 504000 w 576000"/>
                <a:gd name="connsiteY44" fmla="*/ 840000 h 960000"/>
                <a:gd name="connsiteX45" fmla="*/ 576000 w 576000"/>
                <a:gd name="connsiteY45" fmla="*/ 768000 h 960000"/>
                <a:gd name="connsiteX46" fmla="*/ 576000 w 576000"/>
                <a:gd name="connsiteY46" fmla="*/ 216000 h 960000"/>
                <a:gd name="connsiteX47" fmla="*/ 480000 w 576000"/>
                <a:gd name="connsiteY47" fmla="*/ 120000 h 9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76000" h="960000">
                  <a:moveTo>
                    <a:pt x="504000" y="480000"/>
                  </a:moveTo>
                  <a:cubicBezTo>
                    <a:pt x="504000" y="493200"/>
                    <a:pt x="493200" y="504000"/>
                    <a:pt x="480000" y="504000"/>
                  </a:cubicBezTo>
                  <a:lnTo>
                    <a:pt x="96000" y="504000"/>
                  </a:lnTo>
                  <a:cubicBezTo>
                    <a:pt x="82800" y="504000"/>
                    <a:pt x="72000" y="493200"/>
                    <a:pt x="72000" y="480000"/>
                  </a:cubicBezTo>
                  <a:lnTo>
                    <a:pt x="72000" y="240000"/>
                  </a:lnTo>
                  <a:cubicBezTo>
                    <a:pt x="72000" y="213600"/>
                    <a:pt x="93600" y="192000"/>
                    <a:pt x="120000" y="192000"/>
                  </a:cubicBezTo>
                  <a:lnTo>
                    <a:pt x="216000" y="192000"/>
                  </a:lnTo>
                  <a:cubicBezTo>
                    <a:pt x="216000" y="178800"/>
                    <a:pt x="226800" y="168000"/>
                    <a:pt x="240000" y="168000"/>
                  </a:cubicBezTo>
                  <a:lnTo>
                    <a:pt x="336000" y="168000"/>
                  </a:lnTo>
                  <a:cubicBezTo>
                    <a:pt x="349200" y="168000"/>
                    <a:pt x="360000" y="178800"/>
                    <a:pt x="360000" y="192000"/>
                  </a:cubicBezTo>
                  <a:lnTo>
                    <a:pt x="456000" y="192000"/>
                  </a:lnTo>
                  <a:cubicBezTo>
                    <a:pt x="482400" y="192000"/>
                    <a:pt x="504000" y="213600"/>
                    <a:pt x="504000" y="240000"/>
                  </a:cubicBezTo>
                  <a:lnTo>
                    <a:pt x="504000" y="480000"/>
                  </a:lnTo>
                  <a:close/>
                  <a:moveTo>
                    <a:pt x="468000" y="768000"/>
                  </a:moveTo>
                  <a:cubicBezTo>
                    <a:pt x="447600" y="768000"/>
                    <a:pt x="432000" y="752400"/>
                    <a:pt x="432000" y="732000"/>
                  </a:cubicBezTo>
                  <a:cubicBezTo>
                    <a:pt x="432000" y="711600"/>
                    <a:pt x="447600" y="696000"/>
                    <a:pt x="468000" y="696000"/>
                  </a:cubicBezTo>
                  <a:cubicBezTo>
                    <a:pt x="488400" y="696000"/>
                    <a:pt x="504000" y="711600"/>
                    <a:pt x="504000" y="732000"/>
                  </a:cubicBezTo>
                  <a:cubicBezTo>
                    <a:pt x="504000" y="752400"/>
                    <a:pt x="488400" y="768000"/>
                    <a:pt x="468000" y="768000"/>
                  </a:cubicBezTo>
                  <a:close/>
                  <a:moveTo>
                    <a:pt x="108000" y="768000"/>
                  </a:moveTo>
                  <a:cubicBezTo>
                    <a:pt x="87600" y="768000"/>
                    <a:pt x="72000" y="752400"/>
                    <a:pt x="72000" y="732000"/>
                  </a:cubicBezTo>
                  <a:cubicBezTo>
                    <a:pt x="72000" y="711600"/>
                    <a:pt x="87600" y="696000"/>
                    <a:pt x="108000" y="696000"/>
                  </a:cubicBezTo>
                  <a:cubicBezTo>
                    <a:pt x="128400" y="696000"/>
                    <a:pt x="144000" y="711600"/>
                    <a:pt x="144000" y="732000"/>
                  </a:cubicBezTo>
                  <a:cubicBezTo>
                    <a:pt x="144000" y="752400"/>
                    <a:pt x="128400" y="768000"/>
                    <a:pt x="108000" y="768000"/>
                  </a:cubicBezTo>
                  <a:close/>
                  <a:moveTo>
                    <a:pt x="480000" y="120000"/>
                  </a:moveTo>
                  <a:lnTo>
                    <a:pt x="312000" y="120000"/>
                  </a:lnTo>
                  <a:lnTo>
                    <a:pt x="312000" y="48000"/>
                  </a:lnTo>
                  <a:lnTo>
                    <a:pt x="432000" y="48000"/>
                  </a:lnTo>
                  <a:lnTo>
                    <a:pt x="432000" y="0"/>
                  </a:lnTo>
                  <a:lnTo>
                    <a:pt x="144000" y="0"/>
                  </a:lnTo>
                  <a:lnTo>
                    <a:pt x="144000" y="48000"/>
                  </a:lnTo>
                  <a:lnTo>
                    <a:pt x="264000" y="48000"/>
                  </a:lnTo>
                  <a:lnTo>
                    <a:pt x="264000" y="120000"/>
                  </a:lnTo>
                  <a:lnTo>
                    <a:pt x="96000" y="120000"/>
                  </a:lnTo>
                  <a:cubicBezTo>
                    <a:pt x="43200" y="120000"/>
                    <a:pt x="0" y="163200"/>
                    <a:pt x="0" y="216000"/>
                  </a:cubicBezTo>
                  <a:lnTo>
                    <a:pt x="0" y="768000"/>
                  </a:lnTo>
                  <a:cubicBezTo>
                    <a:pt x="0" y="807600"/>
                    <a:pt x="32400" y="840000"/>
                    <a:pt x="72000" y="840000"/>
                  </a:cubicBezTo>
                  <a:lnTo>
                    <a:pt x="82800" y="840000"/>
                  </a:lnTo>
                  <a:lnTo>
                    <a:pt x="28800" y="960000"/>
                  </a:lnTo>
                  <a:lnTo>
                    <a:pt x="81600" y="960000"/>
                  </a:lnTo>
                  <a:lnTo>
                    <a:pt x="135600" y="840000"/>
                  </a:lnTo>
                  <a:lnTo>
                    <a:pt x="440400" y="840000"/>
                  </a:lnTo>
                  <a:lnTo>
                    <a:pt x="494400" y="960000"/>
                  </a:lnTo>
                  <a:lnTo>
                    <a:pt x="547200" y="960000"/>
                  </a:lnTo>
                  <a:lnTo>
                    <a:pt x="493200" y="840000"/>
                  </a:lnTo>
                  <a:lnTo>
                    <a:pt x="504000" y="840000"/>
                  </a:lnTo>
                  <a:cubicBezTo>
                    <a:pt x="543600" y="840000"/>
                    <a:pt x="576000" y="807600"/>
                    <a:pt x="576000" y="768000"/>
                  </a:cubicBezTo>
                  <a:lnTo>
                    <a:pt x="576000" y="216000"/>
                  </a:lnTo>
                  <a:cubicBezTo>
                    <a:pt x="576000" y="163200"/>
                    <a:pt x="532800" y="120000"/>
                    <a:pt x="480000" y="120000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1F2E4E9-00C0-D2E6-A917-2745805D1A54}"/>
              </a:ext>
            </a:extLst>
          </p:cNvPr>
          <p:cNvGrpSpPr/>
          <p:nvPr/>
        </p:nvGrpSpPr>
        <p:grpSpPr>
          <a:xfrm>
            <a:off x="5673000" y="3429000"/>
            <a:ext cx="1440000" cy="1440000"/>
            <a:chOff x="6393000" y="3429000"/>
            <a:chExt cx="1440000" cy="1440000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FA36CD3-799B-2384-3CC8-4B1BAB3AD235}"/>
                </a:ext>
              </a:extLst>
            </p:cNvPr>
            <p:cNvSpPr/>
            <p:nvPr/>
          </p:nvSpPr>
          <p:spPr>
            <a:xfrm>
              <a:off x="639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AQUARIUM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sp>
          <p:nvSpPr>
            <p:cNvPr id="130" name="Graphic 71" descr="Fish with solid fill">
              <a:extLst>
                <a:ext uri="{FF2B5EF4-FFF2-40B4-BE49-F238E27FC236}">
                  <a16:creationId xmlns:a16="http://schemas.microsoft.com/office/drawing/2014/main" id="{D854E5BB-E8A5-97B8-4DF3-3317B54E7ADB}"/>
                </a:ext>
              </a:extLst>
            </p:cNvPr>
            <p:cNvSpPr/>
            <p:nvPr/>
          </p:nvSpPr>
          <p:spPr>
            <a:xfrm>
              <a:off x="6682222" y="3906633"/>
              <a:ext cx="862778" cy="411780"/>
            </a:xfrm>
            <a:custGeom>
              <a:avLst/>
              <a:gdLst>
                <a:gd name="csX0" fmla="*/ 695325 w 838200"/>
                <a:gd name="csY0" fmla="*/ 180975 h 400050"/>
                <a:gd name="csX1" fmla="*/ 676275 w 838200"/>
                <a:gd name="csY1" fmla="*/ 161925 h 400050"/>
                <a:gd name="csX2" fmla="*/ 695325 w 838200"/>
                <a:gd name="csY2" fmla="*/ 142875 h 400050"/>
                <a:gd name="csX3" fmla="*/ 714375 w 838200"/>
                <a:gd name="csY3" fmla="*/ 161925 h 400050"/>
                <a:gd name="csX4" fmla="*/ 695325 w 838200"/>
                <a:gd name="csY4" fmla="*/ 180975 h 400050"/>
                <a:gd name="csX5" fmla="*/ 533400 w 838200"/>
                <a:gd name="csY5" fmla="*/ 66675 h 400050"/>
                <a:gd name="csX6" fmla="*/ 461010 w 838200"/>
                <a:gd name="csY6" fmla="*/ 72390 h 400050"/>
                <a:gd name="csX7" fmla="*/ 323850 w 838200"/>
                <a:gd name="csY7" fmla="*/ 0 h 400050"/>
                <a:gd name="csX8" fmla="*/ 344805 w 838200"/>
                <a:gd name="csY8" fmla="*/ 97155 h 400050"/>
                <a:gd name="csX9" fmla="*/ 133350 w 838200"/>
                <a:gd name="csY9" fmla="*/ 142875 h 400050"/>
                <a:gd name="csX10" fmla="*/ 0 w 838200"/>
                <a:gd name="csY10" fmla="*/ 66675 h 400050"/>
                <a:gd name="csX11" fmla="*/ 28575 w 838200"/>
                <a:gd name="csY11" fmla="*/ 200025 h 400050"/>
                <a:gd name="csX12" fmla="*/ 0 w 838200"/>
                <a:gd name="csY12" fmla="*/ 333375 h 400050"/>
                <a:gd name="csX13" fmla="*/ 133350 w 838200"/>
                <a:gd name="csY13" fmla="*/ 257175 h 400050"/>
                <a:gd name="csX14" fmla="*/ 344805 w 838200"/>
                <a:gd name="csY14" fmla="*/ 302895 h 400050"/>
                <a:gd name="csX15" fmla="*/ 323850 w 838200"/>
                <a:gd name="csY15" fmla="*/ 400050 h 400050"/>
                <a:gd name="csX16" fmla="*/ 461010 w 838200"/>
                <a:gd name="csY16" fmla="*/ 327660 h 400050"/>
                <a:gd name="csX17" fmla="*/ 533400 w 838200"/>
                <a:gd name="csY17" fmla="*/ 333375 h 400050"/>
                <a:gd name="csX18" fmla="*/ 838200 w 838200"/>
                <a:gd name="csY18" fmla="*/ 200025 h 400050"/>
                <a:gd name="csX19" fmla="*/ 533400 w 838200"/>
                <a:gd name="csY19" fmla="*/ 66675 h 400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838200" h="400050">
                  <a:moveTo>
                    <a:pt x="695325" y="180975"/>
                  </a:moveTo>
                  <a:cubicBezTo>
                    <a:pt x="684848" y="180975"/>
                    <a:pt x="676275" y="172402"/>
                    <a:pt x="676275" y="161925"/>
                  </a:cubicBezTo>
                  <a:cubicBezTo>
                    <a:pt x="676275" y="151448"/>
                    <a:pt x="684848" y="142875"/>
                    <a:pt x="695325" y="142875"/>
                  </a:cubicBezTo>
                  <a:cubicBezTo>
                    <a:pt x="705803" y="142875"/>
                    <a:pt x="714375" y="151448"/>
                    <a:pt x="714375" y="161925"/>
                  </a:cubicBezTo>
                  <a:cubicBezTo>
                    <a:pt x="714375" y="172402"/>
                    <a:pt x="705803" y="180975"/>
                    <a:pt x="695325" y="180975"/>
                  </a:cubicBezTo>
                  <a:close/>
                  <a:moveTo>
                    <a:pt x="533400" y="66675"/>
                  </a:moveTo>
                  <a:cubicBezTo>
                    <a:pt x="510540" y="66675"/>
                    <a:pt x="485775" y="68580"/>
                    <a:pt x="461010" y="72390"/>
                  </a:cubicBezTo>
                  <a:lnTo>
                    <a:pt x="323850" y="0"/>
                  </a:lnTo>
                  <a:cubicBezTo>
                    <a:pt x="323850" y="0"/>
                    <a:pt x="324803" y="55245"/>
                    <a:pt x="344805" y="97155"/>
                  </a:cubicBezTo>
                  <a:cubicBezTo>
                    <a:pt x="262890" y="118110"/>
                    <a:pt x="185738" y="142875"/>
                    <a:pt x="133350" y="142875"/>
                  </a:cubicBezTo>
                  <a:lnTo>
                    <a:pt x="0" y="66675"/>
                  </a:lnTo>
                  <a:cubicBezTo>
                    <a:pt x="0" y="119063"/>
                    <a:pt x="28575" y="200025"/>
                    <a:pt x="28575" y="200025"/>
                  </a:cubicBezTo>
                  <a:cubicBezTo>
                    <a:pt x="28575" y="200025"/>
                    <a:pt x="0" y="280988"/>
                    <a:pt x="0" y="333375"/>
                  </a:cubicBezTo>
                  <a:lnTo>
                    <a:pt x="133350" y="257175"/>
                  </a:lnTo>
                  <a:cubicBezTo>
                    <a:pt x="185738" y="257175"/>
                    <a:pt x="262890" y="281940"/>
                    <a:pt x="344805" y="302895"/>
                  </a:cubicBezTo>
                  <a:cubicBezTo>
                    <a:pt x="324803" y="344805"/>
                    <a:pt x="323850" y="400050"/>
                    <a:pt x="323850" y="400050"/>
                  </a:cubicBezTo>
                  <a:lnTo>
                    <a:pt x="461010" y="327660"/>
                  </a:lnTo>
                  <a:cubicBezTo>
                    <a:pt x="485775" y="331470"/>
                    <a:pt x="510540" y="333375"/>
                    <a:pt x="533400" y="333375"/>
                  </a:cubicBezTo>
                  <a:cubicBezTo>
                    <a:pt x="654368" y="333375"/>
                    <a:pt x="838200" y="242888"/>
                    <a:pt x="838200" y="200025"/>
                  </a:cubicBezTo>
                  <a:cubicBezTo>
                    <a:pt x="838200" y="157163"/>
                    <a:pt x="654368" y="66675"/>
                    <a:pt x="533400" y="66675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A79E5F9-D581-6BB3-629F-311F5D27D61D}"/>
              </a:ext>
            </a:extLst>
          </p:cNvPr>
          <p:cNvGrpSpPr/>
          <p:nvPr/>
        </p:nvGrpSpPr>
        <p:grpSpPr>
          <a:xfrm>
            <a:off x="9921000" y="1989000"/>
            <a:ext cx="1440000" cy="1440000"/>
            <a:chOff x="1353000" y="1989000"/>
            <a:chExt cx="1440000" cy="1440000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454F2F3-62DE-8B23-9EF9-57AA9D7D47DA}"/>
                </a:ext>
              </a:extLst>
            </p:cNvPr>
            <p:cNvSpPr/>
            <p:nvPr/>
          </p:nvSpPr>
          <p:spPr>
            <a:xfrm>
              <a:off x="135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SUBURB</a:t>
              </a: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BORDER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9F54AA20-CFD0-DCC7-40CB-7C8AA8B4ABE4}"/>
                </a:ext>
              </a:extLst>
            </p:cNvPr>
            <p:cNvGrpSpPr/>
            <p:nvPr/>
          </p:nvGrpSpPr>
          <p:grpSpPr>
            <a:xfrm>
              <a:off x="1713000" y="2133000"/>
              <a:ext cx="720000" cy="862481"/>
              <a:chOff x="3221625" y="2548684"/>
              <a:chExt cx="495300" cy="590547"/>
            </a:xfrm>
          </p:grpSpPr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F95E463D-51D0-E82B-D0DC-6602B7ABF89F}"/>
                  </a:ext>
                </a:extLst>
              </p:cNvPr>
              <p:cNvSpPr/>
              <p:nvPr/>
            </p:nvSpPr>
            <p:spPr>
              <a:xfrm>
                <a:off x="3221625" y="2796330"/>
                <a:ext cx="228600" cy="342900"/>
              </a:xfrm>
              <a:custGeom>
                <a:avLst/>
                <a:gdLst>
                  <a:gd name="connsiteX0" fmla="*/ 57150 w 228600"/>
                  <a:gd name="connsiteY0" fmla="*/ 209550 h 342900"/>
                  <a:gd name="connsiteX1" fmla="*/ 95250 w 228600"/>
                  <a:gd name="connsiteY1" fmla="*/ 209550 h 342900"/>
                  <a:gd name="connsiteX2" fmla="*/ 95250 w 228600"/>
                  <a:gd name="connsiteY2" fmla="*/ 247650 h 342900"/>
                  <a:gd name="connsiteX3" fmla="*/ 57150 w 228600"/>
                  <a:gd name="connsiteY3" fmla="*/ 247650 h 342900"/>
                  <a:gd name="connsiteX4" fmla="*/ 57150 w 228600"/>
                  <a:gd name="connsiteY4" fmla="*/ 209550 h 342900"/>
                  <a:gd name="connsiteX5" fmla="*/ 57150 w 228600"/>
                  <a:gd name="connsiteY5" fmla="*/ 133350 h 342900"/>
                  <a:gd name="connsiteX6" fmla="*/ 95250 w 228600"/>
                  <a:gd name="connsiteY6" fmla="*/ 133350 h 342900"/>
                  <a:gd name="connsiteX7" fmla="*/ 95250 w 228600"/>
                  <a:gd name="connsiteY7" fmla="*/ 171450 h 342900"/>
                  <a:gd name="connsiteX8" fmla="*/ 57150 w 228600"/>
                  <a:gd name="connsiteY8" fmla="*/ 171450 h 342900"/>
                  <a:gd name="connsiteX9" fmla="*/ 57150 w 228600"/>
                  <a:gd name="connsiteY9" fmla="*/ 133350 h 342900"/>
                  <a:gd name="connsiteX10" fmla="*/ 57150 w 228600"/>
                  <a:gd name="connsiteY10" fmla="*/ 57150 h 342900"/>
                  <a:gd name="connsiteX11" fmla="*/ 95250 w 228600"/>
                  <a:gd name="connsiteY11" fmla="*/ 57150 h 342900"/>
                  <a:gd name="connsiteX12" fmla="*/ 95250 w 228600"/>
                  <a:gd name="connsiteY12" fmla="*/ 95250 h 342900"/>
                  <a:gd name="connsiteX13" fmla="*/ 57150 w 228600"/>
                  <a:gd name="connsiteY13" fmla="*/ 95250 h 342900"/>
                  <a:gd name="connsiteX14" fmla="*/ 57150 w 228600"/>
                  <a:gd name="connsiteY14" fmla="*/ 57150 h 342900"/>
                  <a:gd name="connsiteX15" fmla="*/ 133350 w 228600"/>
                  <a:gd name="connsiteY15" fmla="*/ 209550 h 342900"/>
                  <a:gd name="connsiteX16" fmla="*/ 171450 w 228600"/>
                  <a:gd name="connsiteY16" fmla="*/ 209550 h 342900"/>
                  <a:gd name="connsiteX17" fmla="*/ 171450 w 228600"/>
                  <a:gd name="connsiteY17" fmla="*/ 247650 h 342900"/>
                  <a:gd name="connsiteX18" fmla="*/ 133350 w 228600"/>
                  <a:gd name="connsiteY18" fmla="*/ 247650 h 342900"/>
                  <a:gd name="connsiteX19" fmla="*/ 133350 w 228600"/>
                  <a:gd name="connsiteY19" fmla="*/ 209550 h 342900"/>
                  <a:gd name="connsiteX20" fmla="*/ 133350 w 228600"/>
                  <a:gd name="connsiteY20" fmla="*/ 133350 h 342900"/>
                  <a:gd name="connsiteX21" fmla="*/ 171450 w 228600"/>
                  <a:gd name="connsiteY21" fmla="*/ 133350 h 342900"/>
                  <a:gd name="connsiteX22" fmla="*/ 171450 w 228600"/>
                  <a:gd name="connsiteY22" fmla="*/ 171450 h 342900"/>
                  <a:gd name="connsiteX23" fmla="*/ 133350 w 228600"/>
                  <a:gd name="connsiteY23" fmla="*/ 171450 h 342900"/>
                  <a:gd name="connsiteX24" fmla="*/ 133350 w 228600"/>
                  <a:gd name="connsiteY24" fmla="*/ 133350 h 342900"/>
                  <a:gd name="connsiteX25" fmla="*/ 133350 w 228600"/>
                  <a:gd name="connsiteY25" fmla="*/ 57150 h 342900"/>
                  <a:gd name="connsiteX26" fmla="*/ 171450 w 228600"/>
                  <a:gd name="connsiteY26" fmla="*/ 57150 h 342900"/>
                  <a:gd name="connsiteX27" fmla="*/ 171450 w 228600"/>
                  <a:gd name="connsiteY27" fmla="*/ 95250 h 342900"/>
                  <a:gd name="connsiteX28" fmla="*/ 133350 w 228600"/>
                  <a:gd name="connsiteY28" fmla="*/ 95250 h 342900"/>
                  <a:gd name="connsiteX29" fmla="*/ 133350 w 228600"/>
                  <a:gd name="connsiteY29" fmla="*/ 57150 h 342900"/>
                  <a:gd name="connsiteX30" fmla="*/ 0 w 228600"/>
                  <a:gd name="connsiteY30" fmla="*/ 342900 h 342900"/>
                  <a:gd name="connsiteX31" fmla="*/ 95250 w 228600"/>
                  <a:gd name="connsiteY31" fmla="*/ 342900 h 342900"/>
                  <a:gd name="connsiteX32" fmla="*/ 95250 w 228600"/>
                  <a:gd name="connsiteY32" fmla="*/ 285750 h 342900"/>
                  <a:gd name="connsiteX33" fmla="*/ 133350 w 228600"/>
                  <a:gd name="connsiteY33" fmla="*/ 285750 h 342900"/>
                  <a:gd name="connsiteX34" fmla="*/ 133350 w 228600"/>
                  <a:gd name="connsiteY34" fmla="*/ 342900 h 342900"/>
                  <a:gd name="connsiteX35" fmla="*/ 228600 w 228600"/>
                  <a:gd name="connsiteY35" fmla="*/ 342900 h 342900"/>
                  <a:gd name="connsiteX36" fmla="*/ 228600 w 228600"/>
                  <a:gd name="connsiteY36" fmla="*/ 0 h 342900"/>
                  <a:gd name="connsiteX37" fmla="*/ 0 w 228600"/>
                  <a:gd name="connsiteY37" fmla="*/ 0 h 342900"/>
                  <a:gd name="connsiteX38" fmla="*/ 0 w 228600"/>
                  <a:gd name="connsiteY38" fmla="*/ 34290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28600" h="342900">
                    <a:moveTo>
                      <a:pt x="57150" y="209550"/>
                    </a:moveTo>
                    <a:lnTo>
                      <a:pt x="95250" y="209550"/>
                    </a:lnTo>
                    <a:lnTo>
                      <a:pt x="95250" y="247650"/>
                    </a:lnTo>
                    <a:lnTo>
                      <a:pt x="57150" y="247650"/>
                    </a:lnTo>
                    <a:lnTo>
                      <a:pt x="57150" y="209550"/>
                    </a:lnTo>
                    <a:close/>
                    <a:moveTo>
                      <a:pt x="57150" y="133350"/>
                    </a:moveTo>
                    <a:lnTo>
                      <a:pt x="95250" y="133350"/>
                    </a:lnTo>
                    <a:lnTo>
                      <a:pt x="95250" y="171450"/>
                    </a:lnTo>
                    <a:lnTo>
                      <a:pt x="57150" y="171450"/>
                    </a:lnTo>
                    <a:lnTo>
                      <a:pt x="57150" y="133350"/>
                    </a:lnTo>
                    <a:close/>
                    <a:moveTo>
                      <a:pt x="57150" y="57150"/>
                    </a:moveTo>
                    <a:lnTo>
                      <a:pt x="95250" y="57150"/>
                    </a:lnTo>
                    <a:lnTo>
                      <a:pt x="95250" y="95250"/>
                    </a:lnTo>
                    <a:lnTo>
                      <a:pt x="57150" y="95250"/>
                    </a:lnTo>
                    <a:lnTo>
                      <a:pt x="57150" y="57150"/>
                    </a:lnTo>
                    <a:close/>
                    <a:moveTo>
                      <a:pt x="133350" y="209550"/>
                    </a:moveTo>
                    <a:lnTo>
                      <a:pt x="171450" y="209550"/>
                    </a:lnTo>
                    <a:lnTo>
                      <a:pt x="171450" y="247650"/>
                    </a:lnTo>
                    <a:lnTo>
                      <a:pt x="133350" y="247650"/>
                    </a:lnTo>
                    <a:lnTo>
                      <a:pt x="133350" y="209550"/>
                    </a:lnTo>
                    <a:close/>
                    <a:moveTo>
                      <a:pt x="133350" y="133350"/>
                    </a:moveTo>
                    <a:lnTo>
                      <a:pt x="171450" y="133350"/>
                    </a:lnTo>
                    <a:lnTo>
                      <a:pt x="171450" y="171450"/>
                    </a:lnTo>
                    <a:lnTo>
                      <a:pt x="133350" y="171450"/>
                    </a:lnTo>
                    <a:lnTo>
                      <a:pt x="133350" y="133350"/>
                    </a:lnTo>
                    <a:close/>
                    <a:moveTo>
                      <a:pt x="133350" y="57150"/>
                    </a:moveTo>
                    <a:lnTo>
                      <a:pt x="171450" y="57150"/>
                    </a:lnTo>
                    <a:lnTo>
                      <a:pt x="171450" y="95250"/>
                    </a:lnTo>
                    <a:lnTo>
                      <a:pt x="133350" y="95250"/>
                    </a:lnTo>
                    <a:lnTo>
                      <a:pt x="133350" y="57150"/>
                    </a:lnTo>
                    <a:close/>
                    <a:moveTo>
                      <a:pt x="0" y="342900"/>
                    </a:moveTo>
                    <a:lnTo>
                      <a:pt x="95250" y="342900"/>
                    </a:lnTo>
                    <a:lnTo>
                      <a:pt x="95250" y="285750"/>
                    </a:lnTo>
                    <a:lnTo>
                      <a:pt x="133350" y="285750"/>
                    </a:lnTo>
                    <a:lnTo>
                      <a:pt x="133350" y="342900"/>
                    </a:lnTo>
                    <a:lnTo>
                      <a:pt x="228600" y="3429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3429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802B855D-2911-750D-2B16-A8FCCC026DDA}"/>
                  </a:ext>
                </a:extLst>
              </p:cNvPr>
              <p:cNvSpPr/>
              <p:nvPr/>
            </p:nvSpPr>
            <p:spPr>
              <a:xfrm>
                <a:off x="3488325" y="2872531"/>
                <a:ext cx="228600" cy="266700"/>
              </a:xfrm>
              <a:custGeom>
                <a:avLst/>
                <a:gdLst>
                  <a:gd name="connsiteX0" fmla="*/ 57150 w 228600"/>
                  <a:gd name="connsiteY0" fmla="*/ 133350 h 266700"/>
                  <a:gd name="connsiteX1" fmla="*/ 95250 w 228600"/>
                  <a:gd name="connsiteY1" fmla="*/ 133350 h 266700"/>
                  <a:gd name="connsiteX2" fmla="*/ 95250 w 228600"/>
                  <a:gd name="connsiteY2" fmla="*/ 171450 h 266700"/>
                  <a:gd name="connsiteX3" fmla="*/ 57150 w 228600"/>
                  <a:gd name="connsiteY3" fmla="*/ 171450 h 266700"/>
                  <a:gd name="connsiteX4" fmla="*/ 57150 w 228600"/>
                  <a:gd name="connsiteY4" fmla="*/ 133350 h 266700"/>
                  <a:gd name="connsiteX5" fmla="*/ 57150 w 228600"/>
                  <a:gd name="connsiteY5" fmla="*/ 57150 h 266700"/>
                  <a:gd name="connsiteX6" fmla="*/ 95250 w 228600"/>
                  <a:gd name="connsiteY6" fmla="*/ 57150 h 266700"/>
                  <a:gd name="connsiteX7" fmla="*/ 95250 w 228600"/>
                  <a:gd name="connsiteY7" fmla="*/ 95250 h 266700"/>
                  <a:gd name="connsiteX8" fmla="*/ 57150 w 228600"/>
                  <a:gd name="connsiteY8" fmla="*/ 95250 h 266700"/>
                  <a:gd name="connsiteX9" fmla="*/ 57150 w 228600"/>
                  <a:gd name="connsiteY9" fmla="*/ 57150 h 266700"/>
                  <a:gd name="connsiteX10" fmla="*/ 133350 w 228600"/>
                  <a:gd name="connsiteY10" fmla="*/ 133350 h 266700"/>
                  <a:gd name="connsiteX11" fmla="*/ 171450 w 228600"/>
                  <a:gd name="connsiteY11" fmla="*/ 133350 h 266700"/>
                  <a:gd name="connsiteX12" fmla="*/ 171450 w 228600"/>
                  <a:gd name="connsiteY12" fmla="*/ 171450 h 266700"/>
                  <a:gd name="connsiteX13" fmla="*/ 133350 w 228600"/>
                  <a:gd name="connsiteY13" fmla="*/ 171450 h 266700"/>
                  <a:gd name="connsiteX14" fmla="*/ 133350 w 228600"/>
                  <a:gd name="connsiteY14" fmla="*/ 133350 h 266700"/>
                  <a:gd name="connsiteX15" fmla="*/ 133350 w 228600"/>
                  <a:gd name="connsiteY15" fmla="*/ 57150 h 266700"/>
                  <a:gd name="connsiteX16" fmla="*/ 171450 w 228600"/>
                  <a:gd name="connsiteY16" fmla="*/ 57150 h 266700"/>
                  <a:gd name="connsiteX17" fmla="*/ 171450 w 228600"/>
                  <a:gd name="connsiteY17" fmla="*/ 95250 h 266700"/>
                  <a:gd name="connsiteX18" fmla="*/ 133350 w 228600"/>
                  <a:gd name="connsiteY18" fmla="*/ 95250 h 266700"/>
                  <a:gd name="connsiteX19" fmla="*/ 133350 w 228600"/>
                  <a:gd name="connsiteY19" fmla="*/ 57150 h 266700"/>
                  <a:gd name="connsiteX20" fmla="*/ 0 w 228600"/>
                  <a:gd name="connsiteY20" fmla="*/ 266700 h 266700"/>
                  <a:gd name="connsiteX21" fmla="*/ 95250 w 228600"/>
                  <a:gd name="connsiteY21" fmla="*/ 266700 h 266700"/>
                  <a:gd name="connsiteX22" fmla="*/ 95250 w 228600"/>
                  <a:gd name="connsiteY22" fmla="*/ 209550 h 266700"/>
                  <a:gd name="connsiteX23" fmla="*/ 133350 w 228600"/>
                  <a:gd name="connsiteY23" fmla="*/ 209550 h 266700"/>
                  <a:gd name="connsiteX24" fmla="*/ 133350 w 228600"/>
                  <a:gd name="connsiteY24" fmla="*/ 266700 h 266700"/>
                  <a:gd name="connsiteX25" fmla="*/ 228600 w 228600"/>
                  <a:gd name="connsiteY25" fmla="*/ 266700 h 266700"/>
                  <a:gd name="connsiteX26" fmla="*/ 228600 w 228600"/>
                  <a:gd name="connsiteY26" fmla="*/ 0 h 266700"/>
                  <a:gd name="connsiteX27" fmla="*/ 0 w 228600"/>
                  <a:gd name="connsiteY27" fmla="*/ 0 h 266700"/>
                  <a:gd name="connsiteX28" fmla="*/ 0 w 228600"/>
                  <a:gd name="connsiteY28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28600" h="266700">
                    <a:moveTo>
                      <a:pt x="57150" y="133350"/>
                    </a:moveTo>
                    <a:lnTo>
                      <a:pt x="95250" y="133350"/>
                    </a:lnTo>
                    <a:lnTo>
                      <a:pt x="95250" y="171450"/>
                    </a:lnTo>
                    <a:lnTo>
                      <a:pt x="57150" y="171450"/>
                    </a:lnTo>
                    <a:lnTo>
                      <a:pt x="57150" y="133350"/>
                    </a:lnTo>
                    <a:close/>
                    <a:moveTo>
                      <a:pt x="57150" y="57150"/>
                    </a:moveTo>
                    <a:lnTo>
                      <a:pt x="95250" y="57150"/>
                    </a:lnTo>
                    <a:lnTo>
                      <a:pt x="95250" y="95250"/>
                    </a:lnTo>
                    <a:lnTo>
                      <a:pt x="57150" y="95250"/>
                    </a:lnTo>
                    <a:lnTo>
                      <a:pt x="57150" y="57150"/>
                    </a:lnTo>
                    <a:close/>
                    <a:moveTo>
                      <a:pt x="133350" y="133350"/>
                    </a:moveTo>
                    <a:lnTo>
                      <a:pt x="171450" y="133350"/>
                    </a:lnTo>
                    <a:lnTo>
                      <a:pt x="171450" y="171450"/>
                    </a:lnTo>
                    <a:lnTo>
                      <a:pt x="133350" y="171450"/>
                    </a:lnTo>
                    <a:lnTo>
                      <a:pt x="133350" y="133350"/>
                    </a:lnTo>
                    <a:close/>
                    <a:moveTo>
                      <a:pt x="133350" y="57150"/>
                    </a:moveTo>
                    <a:lnTo>
                      <a:pt x="171450" y="57150"/>
                    </a:lnTo>
                    <a:lnTo>
                      <a:pt x="171450" y="95250"/>
                    </a:lnTo>
                    <a:lnTo>
                      <a:pt x="133350" y="95250"/>
                    </a:lnTo>
                    <a:lnTo>
                      <a:pt x="133350" y="57150"/>
                    </a:lnTo>
                    <a:close/>
                    <a:moveTo>
                      <a:pt x="0" y="266700"/>
                    </a:moveTo>
                    <a:lnTo>
                      <a:pt x="95250" y="266700"/>
                    </a:lnTo>
                    <a:lnTo>
                      <a:pt x="95250" y="209550"/>
                    </a:lnTo>
                    <a:lnTo>
                      <a:pt x="133350" y="209550"/>
                    </a:lnTo>
                    <a:lnTo>
                      <a:pt x="13335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F4237C7A-3208-5BF9-607A-5D18AB289DA8}"/>
                  </a:ext>
                </a:extLst>
              </p:cNvPr>
              <p:cNvSpPr/>
              <p:nvPr/>
            </p:nvSpPr>
            <p:spPr>
              <a:xfrm>
                <a:off x="3354975" y="2548684"/>
                <a:ext cx="228600" cy="285750"/>
              </a:xfrm>
              <a:custGeom>
                <a:avLst/>
                <a:gdLst>
                  <a:gd name="connsiteX0" fmla="*/ 133350 w 228600"/>
                  <a:gd name="connsiteY0" fmla="*/ 133350 h 285750"/>
                  <a:gd name="connsiteX1" fmla="*/ 171450 w 228600"/>
                  <a:gd name="connsiteY1" fmla="*/ 133350 h 285750"/>
                  <a:gd name="connsiteX2" fmla="*/ 171450 w 228600"/>
                  <a:gd name="connsiteY2" fmla="*/ 171450 h 285750"/>
                  <a:gd name="connsiteX3" fmla="*/ 133350 w 228600"/>
                  <a:gd name="connsiteY3" fmla="*/ 171450 h 285750"/>
                  <a:gd name="connsiteX4" fmla="*/ 133350 w 228600"/>
                  <a:gd name="connsiteY4" fmla="*/ 133350 h 285750"/>
                  <a:gd name="connsiteX5" fmla="*/ 133350 w 228600"/>
                  <a:gd name="connsiteY5" fmla="*/ 57150 h 285750"/>
                  <a:gd name="connsiteX6" fmla="*/ 171450 w 228600"/>
                  <a:gd name="connsiteY6" fmla="*/ 57150 h 285750"/>
                  <a:gd name="connsiteX7" fmla="*/ 171450 w 228600"/>
                  <a:gd name="connsiteY7" fmla="*/ 95250 h 285750"/>
                  <a:gd name="connsiteX8" fmla="*/ 133350 w 228600"/>
                  <a:gd name="connsiteY8" fmla="*/ 95250 h 285750"/>
                  <a:gd name="connsiteX9" fmla="*/ 133350 w 228600"/>
                  <a:gd name="connsiteY9" fmla="*/ 57150 h 285750"/>
                  <a:gd name="connsiteX10" fmla="*/ 95250 w 228600"/>
                  <a:gd name="connsiteY10" fmla="*/ 95250 h 285750"/>
                  <a:gd name="connsiteX11" fmla="*/ 57150 w 228600"/>
                  <a:gd name="connsiteY11" fmla="*/ 95250 h 285750"/>
                  <a:gd name="connsiteX12" fmla="*/ 57150 w 228600"/>
                  <a:gd name="connsiteY12" fmla="*/ 57150 h 285750"/>
                  <a:gd name="connsiteX13" fmla="*/ 95250 w 228600"/>
                  <a:gd name="connsiteY13" fmla="*/ 57150 h 285750"/>
                  <a:gd name="connsiteX14" fmla="*/ 95250 w 228600"/>
                  <a:gd name="connsiteY14" fmla="*/ 95250 h 285750"/>
                  <a:gd name="connsiteX15" fmla="*/ 95250 w 228600"/>
                  <a:gd name="connsiteY15" fmla="*/ 171450 h 285750"/>
                  <a:gd name="connsiteX16" fmla="*/ 57150 w 228600"/>
                  <a:gd name="connsiteY16" fmla="*/ 171450 h 285750"/>
                  <a:gd name="connsiteX17" fmla="*/ 57150 w 228600"/>
                  <a:gd name="connsiteY17" fmla="*/ 133350 h 285750"/>
                  <a:gd name="connsiteX18" fmla="*/ 95250 w 228600"/>
                  <a:gd name="connsiteY18" fmla="*/ 133350 h 285750"/>
                  <a:gd name="connsiteX19" fmla="*/ 95250 w 228600"/>
                  <a:gd name="connsiteY19" fmla="*/ 171450 h 285750"/>
                  <a:gd name="connsiteX20" fmla="*/ 133350 w 228600"/>
                  <a:gd name="connsiteY20" fmla="*/ 285750 h 285750"/>
                  <a:gd name="connsiteX21" fmla="*/ 228600 w 228600"/>
                  <a:gd name="connsiteY21" fmla="*/ 285750 h 285750"/>
                  <a:gd name="connsiteX22" fmla="*/ 228600 w 228600"/>
                  <a:gd name="connsiteY22" fmla="*/ 0 h 285750"/>
                  <a:gd name="connsiteX23" fmla="*/ 0 w 228600"/>
                  <a:gd name="connsiteY23" fmla="*/ 0 h 285750"/>
                  <a:gd name="connsiteX24" fmla="*/ 0 w 228600"/>
                  <a:gd name="connsiteY24" fmla="*/ 209550 h 285750"/>
                  <a:gd name="connsiteX25" fmla="*/ 133350 w 228600"/>
                  <a:gd name="connsiteY25" fmla="*/ 209550 h 285750"/>
                  <a:gd name="connsiteX26" fmla="*/ 133350 w 228600"/>
                  <a:gd name="connsiteY26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28600" h="285750">
                    <a:moveTo>
                      <a:pt x="133350" y="133350"/>
                    </a:moveTo>
                    <a:lnTo>
                      <a:pt x="171450" y="133350"/>
                    </a:lnTo>
                    <a:lnTo>
                      <a:pt x="171450" y="171450"/>
                    </a:lnTo>
                    <a:lnTo>
                      <a:pt x="133350" y="171450"/>
                    </a:lnTo>
                    <a:lnTo>
                      <a:pt x="133350" y="133350"/>
                    </a:lnTo>
                    <a:close/>
                    <a:moveTo>
                      <a:pt x="133350" y="57150"/>
                    </a:moveTo>
                    <a:lnTo>
                      <a:pt x="171450" y="57150"/>
                    </a:lnTo>
                    <a:lnTo>
                      <a:pt x="171450" y="95250"/>
                    </a:lnTo>
                    <a:lnTo>
                      <a:pt x="133350" y="95250"/>
                    </a:lnTo>
                    <a:lnTo>
                      <a:pt x="133350" y="57150"/>
                    </a:lnTo>
                    <a:close/>
                    <a:moveTo>
                      <a:pt x="95250" y="95250"/>
                    </a:moveTo>
                    <a:lnTo>
                      <a:pt x="57150" y="95250"/>
                    </a:lnTo>
                    <a:lnTo>
                      <a:pt x="57150" y="57150"/>
                    </a:lnTo>
                    <a:lnTo>
                      <a:pt x="95250" y="57150"/>
                    </a:lnTo>
                    <a:lnTo>
                      <a:pt x="95250" y="95250"/>
                    </a:lnTo>
                    <a:close/>
                    <a:moveTo>
                      <a:pt x="95250" y="171450"/>
                    </a:moveTo>
                    <a:lnTo>
                      <a:pt x="57150" y="171450"/>
                    </a:lnTo>
                    <a:lnTo>
                      <a:pt x="57150" y="133350"/>
                    </a:lnTo>
                    <a:lnTo>
                      <a:pt x="95250" y="133350"/>
                    </a:lnTo>
                    <a:lnTo>
                      <a:pt x="95250" y="171450"/>
                    </a:lnTo>
                    <a:close/>
                    <a:moveTo>
                      <a:pt x="133350" y="285750"/>
                    </a:moveTo>
                    <a:lnTo>
                      <a:pt x="228600" y="28575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09550"/>
                    </a:lnTo>
                    <a:lnTo>
                      <a:pt x="133350" y="209550"/>
                    </a:lnTo>
                    <a:lnTo>
                      <a:pt x="133350" y="28575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1A38BC7-9EAB-A132-2A94-C24214A37644}"/>
              </a:ext>
            </a:extLst>
          </p:cNvPr>
          <p:cNvGrpSpPr/>
          <p:nvPr/>
        </p:nvGrpSpPr>
        <p:grpSpPr>
          <a:xfrm>
            <a:off x="9921000" y="3429000"/>
            <a:ext cx="1440000" cy="1440000"/>
            <a:chOff x="633000" y="3429000"/>
            <a:chExt cx="1440000" cy="1440000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5143F57C-2876-D52F-21F6-5246EB2BFCE8}"/>
                </a:ext>
              </a:extLst>
            </p:cNvPr>
            <p:cNvSpPr/>
            <p:nvPr/>
          </p:nvSpPr>
          <p:spPr>
            <a:xfrm>
              <a:off x="63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COASTLINE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D58638EA-2373-49D3-B0B9-B4BF1B1B0AAF}"/>
                </a:ext>
              </a:extLst>
            </p:cNvPr>
            <p:cNvGrpSpPr/>
            <p:nvPr/>
          </p:nvGrpSpPr>
          <p:grpSpPr>
            <a:xfrm>
              <a:off x="942106" y="3573000"/>
              <a:ext cx="815902" cy="900000"/>
              <a:chOff x="1018800" y="3644579"/>
              <a:chExt cx="762000" cy="840543"/>
            </a:xfrm>
            <a:solidFill>
              <a:schemeClr val="bg1"/>
            </a:solidFill>
          </p:grpSpPr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38F88125-8E3F-E5F3-F1A8-C04C5310AD2E}"/>
                  </a:ext>
                </a:extLst>
              </p:cNvPr>
              <p:cNvSpPr/>
              <p:nvPr/>
            </p:nvSpPr>
            <p:spPr>
              <a:xfrm>
                <a:off x="1018800" y="4406922"/>
                <a:ext cx="762000" cy="78200"/>
              </a:xfrm>
              <a:custGeom>
                <a:avLst/>
                <a:gdLst>
                  <a:gd name="csX0" fmla="*/ 723900 w 762000"/>
                  <a:gd name="csY0" fmla="*/ 12097 h 78200"/>
                  <a:gd name="csX1" fmla="*/ 666750 w 762000"/>
                  <a:gd name="csY1" fmla="*/ 0 h 78200"/>
                  <a:gd name="csX2" fmla="*/ 666750 w 762000"/>
                  <a:gd name="csY2" fmla="*/ 0 h 78200"/>
                  <a:gd name="csX3" fmla="*/ 609600 w 762000"/>
                  <a:gd name="csY3" fmla="*/ 12097 h 78200"/>
                  <a:gd name="csX4" fmla="*/ 571500 w 762000"/>
                  <a:gd name="csY4" fmla="*/ 21050 h 78200"/>
                  <a:gd name="csX5" fmla="*/ 571500 w 762000"/>
                  <a:gd name="csY5" fmla="*/ 21050 h 78200"/>
                  <a:gd name="csX6" fmla="*/ 533400 w 762000"/>
                  <a:gd name="csY6" fmla="*/ 12097 h 78200"/>
                  <a:gd name="csX7" fmla="*/ 476250 w 762000"/>
                  <a:gd name="csY7" fmla="*/ 0 h 78200"/>
                  <a:gd name="csX8" fmla="*/ 476250 w 762000"/>
                  <a:gd name="csY8" fmla="*/ 0 h 78200"/>
                  <a:gd name="csX9" fmla="*/ 419100 w 762000"/>
                  <a:gd name="csY9" fmla="*/ 12097 h 78200"/>
                  <a:gd name="csX10" fmla="*/ 381000 w 762000"/>
                  <a:gd name="csY10" fmla="*/ 21050 h 78200"/>
                  <a:gd name="csX11" fmla="*/ 342900 w 762000"/>
                  <a:gd name="csY11" fmla="*/ 12097 h 78200"/>
                  <a:gd name="csX12" fmla="*/ 285750 w 762000"/>
                  <a:gd name="csY12" fmla="*/ 0 h 78200"/>
                  <a:gd name="csX13" fmla="*/ 285750 w 762000"/>
                  <a:gd name="csY13" fmla="*/ 0 h 78200"/>
                  <a:gd name="csX14" fmla="*/ 228600 w 762000"/>
                  <a:gd name="csY14" fmla="*/ 12097 h 78200"/>
                  <a:gd name="csX15" fmla="*/ 190500 w 762000"/>
                  <a:gd name="csY15" fmla="*/ 21050 h 78200"/>
                  <a:gd name="csX16" fmla="*/ 152400 w 762000"/>
                  <a:gd name="csY16" fmla="*/ 12097 h 78200"/>
                  <a:gd name="csX17" fmla="*/ 95250 w 762000"/>
                  <a:gd name="csY17" fmla="*/ 0 h 78200"/>
                  <a:gd name="csX18" fmla="*/ 95250 w 762000"/>
                  <a:gd name="csY18" fmla="*/ 0 h 78200"/>
                  <a:gd name="csX19" fmla="*/ 38100 w 762000"/>
                  <a:gd name="csY19" fmla="*/ 12097 h 78200"/>
                  <a:gd name="csX20" fmla="*/ 0 w 762000"/>
                  <a:gd name="csY20" fmla="*/ 21050 h 78200"/>
                  <a:gd name="csX21" fmla="*/ 0 w 762000"/>
                  <a:gd name="csY21" fmla="*/ 78200 h 78200"/>
                  <a:gd name="csX22" fmla="*/ 57150 w 762000"/>
                  <a:gd name="csY22" fmla="*/ 66104 h 78200"/>
                  <a:gd name="csX23" fmla="*/ 95250 w 762000"/>
                  <a:gd name="csY23" fmla="*/ 56579 h 78200"/>
                  <a:gd name="csX24" fmla="*/ 133350 w 762000"/>
                  <a:gd name="csY24" fmla="*/ 66104 h 78200"/>
                  <a:gd name="csX25" fmla="*/ 190500 w 762000"/>
                  <a:gd name="csY25" fmla="*/ 78200 h 78200"/>
                  <a:gd name="csX26" fmla="*/ 190500 w 762000"/>
                  <a:gd name="csY26" fmla="*/ 78200 h 78200"/>
                  <a:gd name="csX27" fmla="*/ 247650 w 762000"/>
                  <a:gd name="csY27" fmla="*/ 66104 h 78200"/>
                  <a:gd name="csX28" fmla="*/ 285750 w 762000"/>
                  <a:gd name="csY28" fmla="*/ 56579 h 78200"/>
                  <a:gd name="csX29" fmla="*/ 323850 w 762000"/>
                  <a:gd name="csY29" fmla="*/ 65532 h 78200"/>
                  <a:gd name="csX30" fmla="*/ 381000 w 762000"/>
                  <a:gd name="csY30" fmla="*/ 78200 h 78200"/>
                  <a:gd name="csX31" fmla="*/ 438150 w 762000"/>
                  <a:gd name="csY31" fmla="*/ 66104 h 78200"/>
                  <a:gd name="csX32" fmla="*/ 476250 w 762000"/>
                  <a:gd name="csY32" fmla="*/ 56579 h 78200"/>
                  <a:gd name="csX33" fmla="*/ 514350 w 762000"/>
                  <a:gd name="csY33" fmla="*/ 66104 h 78200"/>
                  <a:gd name="csX34" fmla="*/ 571500 w 762000"/>
                  <a:gd name="csY34" fmla="*/ 78200 h 78200"/>
                  <a:gd name="csX35" fmla="*/ 571500 w 762000"/>
                  <a:gd name="csY35" fmla="*/ 78200 h 78200"/>
                  <a:gd name="csX36" fmla="*/ 628650 w 762000"/>
                  <a:gd name="csY36" fmla="*/ 66104 h 78200"/>
                  <a:gd name="csX37" fmla="*/ 666750 w 762000"/>
                  <a:gd name="csY37" fmla="*/ 56579 h 78200"/>
                  <a:gd name="csX38" fmla="*/ 704850 w 762000"/>
                  <a:gd name="csY38" fmla="*/ 65532 h 78200"/>
                  <a:gd name="csX39" fmla="*/ 762000 w 762000"/>
                  <a:gd name="csY39" fmla="*/ 78200 h 78200"/>
                  <a:gd name="csX40" fmla="*/ 762000 w 762000"/>
                  <a:gd name="csY40" fmla="*/ 21050 h 78200"/>
                  <a:gd name="csX41" fmla="*/ 723900 w 762000"/>
                  <a:gd name="csY41" fmla="*/ 12097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75" y="4850"/>
                      <a:pt x="686349" y="759"/>
                      <a:pt x="666750" y="0"/>
                    </a:cubicBezTo>
                    <a:lnTo>
                      <a:pt x="666750" y="0"/>
                    </a:lnTo>
                    <a:cubicBezTo>
                      <a:pt x="647151" y="759"/>
                      <a:pt x="627825" y="4850"/>
                      <a:pt x="609600" y="12097"/>
                    </a:cubicBezTo>
                    <a:cubicBezTo>
                      <a:pt x="597467" y="17118"/>
                      <a:pt x="584600" y="20142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2"/>
                      <a:pt x="545533" y="17118"/>
                      <a:pt x="533400" y="12097"/>
                    </a:cubicBezTo>
                    <a:cubicBezTo>
                      <a:pt x="515175" y="4850"/>
                      <a:pt x="495849" y="759"/>
                      <a:pt x="476250" y="0"/>
                    </a:cubicBezTo>
                    <a:lnTo>
                      <a:pt x="476250" y="0"/>
                    </a:lnTo>
                    <a:cubicBezTo>
                      <a:pt x="456651" y="759"/>
                      <a:pt x="437325" y="4850"/>
                      <a:pt x="419100" y="12097"/>
                    </a:cubicBezTo>
                    <a:cubicBezTo>
                      <a:pt x="406967" y="17118"/>
                      <a:pt x="394100" y="20142"/>
                      <a:pt x="381000" y="21050"/>
                    </a:cubicBezTo>
                    <a:cubicBezTo>
                      <a:pt x="367900" y="20142"/>
                      <a:pt x="355033" y="17118"/>
                      <a:pt x="342900" y="12097"/>
                    </a:cubicBezTo>
                    <a:cubicBezTo>
                      <a:pt x="324675" y="4850"/>
                      <a:pt x="305349" y="759"/>
                      <a:pt x="285750" y="0"/>
                    </a:cubicBezTo>
                    <a:lnTo>
                      <a:pt x="285750" y="0"/>
                    </a:lnTo>
                    <a:cubicBezTo>
                      <a:pt x="266151" y="759"/>
                      <a:pt x="246825" y="4850"/>
                      <a:pt x="228600" y="12097"/>
                    </a:cubicBezTo>
                    <a:cubicBezTo>
                      <a:pt x="216466" y="17118"/>
                      <a:pt x="203600" y="20142"/>
                      <a:pt x="190500" y="21050"/>
                    </a:cubicBezTo>
                    <a:cubicBezTo>
                      <a:pt x="177400" y="20142"/>
                      <a:pt x="164534" y="17118"/>
                      <a:pt x="152400" y="12097"/>
                    </a:cubicBezTo>
                    <a:cubicBezTo>
                      <a:pt x="134175" y="4850"/>
                      <a:pt x="114849" y="759"/>
                      <a:pt x="95250" y="0"/>
                    </a:cubicBezTo>
                    <a:lnTo>
                      <a:pt x="95250" y="0"/>
                    </a:lnTo>
                    <a:cubicBezTo>
                      <a:pt x="75651" y="759"/>
                      <a:pt x="56325" y="4850"/>
                      <a:pt x="38100" y="12097"/>
                    </a:cubicBezTo>
                    <a:cubicBezTo>
                      <a:pt x="25966" y="17118"/>
                      <a:pt x="13100" y="20142"/>
                      <a:pt x="0" y="21050"/>
                    </a:cubicBezTo>
                    <a:lnTo>
                      <a:pt x="0" y="78200"/>
                    </a:lnTo>
                    <a:cubicBezTo>
                      <a:pt x="19599" y="77441"/>
                      <a:pt x="38925" y="73350"/>
                      <a:pt x="57150" y="66104"/>
                    </a:cubicBezTo>
                    <a:cubicBezTo>
                      <a:pt x="69251" y="60888"/>
                      <a:pt x="82118" y="57670"/>
                      <a:pt x="95250" y="56579"/>
                    </a:cubicBezTo>
                    <a:cubicBezTo>
                      <a:pt x="108382" y="57670"/>
                      <a:pt x="121249" y="60888"/>
                      <a:pt x="133350" y="66104"/>
                    </a:cubicBezTo>
                    <a:cubicBezTo>
                      <a:pt x="151575" y="73350"/>
                      <a:pt x="170901" y="77441"/>
                      <a:pt x="190500" y="78200"/>
                    </a:cubicBezTo>
                    <a:lnTo>
                      <a:pt x="190500" y="78200"/>
                    </a:lnTo>
                    <a:cubicBezTo>
                      <a:pt x="210099" y="77441"/>
                      <a:pt x="229425" y="73350"/>
                      <a:pt x="247650" y="66104"/>
                    </a:cubicBezTo>
                    <a:cubicBezTo>
                      <a:pt x="259751" y="60888"/>
                      <a:pt x="272618" y="57670"/>
                      <a:pt x="285750" y="56579"/>
                    </a:cubicBezTo>
                    <a:cubicBezTo>
                      <a:pt x="298850" y="57487"/>
                      <a:pt x="311717" y="60510"/>
                      <a:pt x="323850" y="65532"/>
                    </a:cubicBezTo>
                    <a:cubicBezTo>
                      <a:pt x="342028" y="73018"/>
                      <a:pt x="361362" y="77304"/>
                      <a:pt x="381000" y="78200"/>
                    </a:cubicBezTo>
                    <a:cubicBezTo>
                      <a:pt x="400599" y="77441"/>
                      <a:pt x="419925" y="73350"/>
                      <a:pt x="438150" y="66104"/>
                    </a:cubicBezTo>
                    <a:cubicBezTo>
                      <a:pt x="450251" y="60888"/>
                      <a:pt x="463118" y="57671"/>
                      <a:pt x="476250" y="56579"/>
                    </a:cubicBezTo>
                    <a:cubicBezTo>
                      <a:pt x="489382" y="57671"/>
                      <a:pt x="502249" y="60888"/>
                      <a:pt x="514350" y="66104"/>
                    </a:cubicBezTo>
                    <a:cubicBezTo>
                      <a:pt x="532575" y="73350"/>
                      <a:pt x="551901" y="77441"/>
                      <a:pt x="571500" y="78200"/>
                    </a:cubicBezTo>
                    <a:lnTo>
                      <a:pt x="571500" y="78200"/>
                    </a:lnTo>
                    <a:cubicBezTo>
                      <a:pt x="591099" y="77441"/>
                      <a:pt x="610425" y="73350"/>
                      <a:pt x="628650" y="66104"/>
                    </a:cubicBezTo>
                    <a:cubicBezTo>
                      <a:pt x="640751" y="60888"/>
                      <a:pt x="653618" y="57670"/>
                      <a:pt x="666750" y="56579"/>
                    </a:cubicBezTo>
                    <a:cubicBezTo>
                      <a:pt x="679850" y="57487"/>
                      <a:pt x="692717" y="60510"/>
                      <a:pt x="704850" y="65532"/>
                    </a:cubicBezTo>
                    <a:cubicBezTo>
                      <a:pt x="723028" y="73018"/>
                      <a:pt x="742362" y="77304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42"/>
                      <a:pt x="736033" y="17118"/>
                      <a:pt x="723900" y="120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E1A75D9C-AC8A-C2E9-3ED9-737C20E2BB0F}"/>
                  </a:ext>
                </a:extLst>
              </p:cNvPr>
              <p:cNvSpPr/>
              <p:nvPr/>
            </p:nvSpPr>
            <p:spPr>
              <a:xfrm>
                <a:off x="1104525" y="3644579"/>
                <a:ext cx="579024" cy="606990"/>
              </a:xfrm>
              <a:custGeom>
                <a:avLst/>
                <a:gdLst>
                  <a:gd name="csX0" fmla="*/ 307753 w 579024"/>
                  <a:gd name="csY0" fmla="*/ 187891 h 606990"/>
                  <a:gd name="csX1" fmla="*/ 328100 w 579024"/>
                  <a:gd name="csY1" fmla="*/ 217384 h 606990"/>
                  <a:gd name="csX2" fmla="*/ 354616 w 579024"/>
                  <a:gd name="csY2" fmla="*/ 205131 h 606990"/>
                  <a:gd name="csX3" fmla="*/ 354616 w 579024"/>
                  <a:gd name="csY3" fmla="*/ 205131 h 606990"/>
                  <a:gd name="csX4" fmla="*/ 355378 w 579024"/>
                  <a:gd name="csY4" fmla="*/ 487071 h 606990"/>
                  <a:gd name="csX5" fmla="*/ 355378 w 579024"/>
                  <a:gd name="csY5" fmla="*/ 487071 h 606990"/>
                  <a:gd name="csX6" fmla="*/ 201359 w 579024"/>
                  <a:gd name="csY6" fmla="*/ 522218 h 606990"/>
                  <a:gd name="csX7" fmla="*/ 201359 w 579024"/>
                  <a:gd name="csY7" fmla="*/ 522218 h 606990"/>
                  <a:gd name="csX8" fmla="*/ 184880 w 579024"/>
                  <a:gd name="csY8" fmla="*/ 522218 h 606990"/>
                  <a:gd name="csX9" fmla="*/ 184880 w 579024"/>
                  <a:gd name="csY9" fmla="*/ 522218 h 606990"/>
                  <a:gd name="csX10" fmla="*/ 162877 w 579024"/>
                  <a:gd name="csY10" fmla="*/ 359150 h 606990"/>
                  <a:gd name="csX11" fmla="*/ 162877 w 579024"/>
                  <a:gd name="csY11" fmla="*/ 359150 h 606990"/>
                  <a:gd name="csX12" fmla="*/ 184002 w 579024"/>
                  <a:gd name="csY12" fmla="*/ 361743 h 606990"/>
                  <a:gd name="csX13" fmla="*/ 189643 w 579024"/>
                  <a:gd name="csY13" fmla="*/ 347815 h 606990"/>
                  <a:gd name="csX14" fmla="*/ 189071 w 579024"/>
                  <a:gd name="csY14" fmla="*/ 345244 h 606990"/>
                  <a:gd name="csX15" fmla="*/ 189071 w 579024"/>
                  <a:gd name="csY15" fmla="*/ 345244 h 606990"/>
                  <a:gd name="csX16" fmla="*/ 220218 w 579024"/>
                  <a:gd name="csY16" fmla="*/ 397536 h 606990"/>
                  <a:gd name="csX17" fmla="*/ 225114 w 579024"/>
                  <a:gd name="csY17" fmla="*/ 398471 h 606990"/>
                  <a:gd name="csX18" fmla="*/ 226504 w 579024"/>
                  <a:gd name="csY18" fmla="*/ 396583 h 606990"/>
                  <a:gd name="csX19" fmla="*/ 220980 w 579024"/>
                  <a:gd name="csY19" fmla="*/ 328194 h 606990"/>
                  <a:gd name="csX20" fmla="*/ 192405 w 579024"/>
                  <a:gd name="csY20" fmla="*/ 306858 h 606990"/>
                  <a:gd name="csX21" fmla="*/ 192405 w 579024"/>
                  <a:gd name="csY21" fmla="*/ 306858 h 606990"/>
                  <a:gd name="csX22" fmla="*/ 274415 w 579024"/>
                  <a:gd name="csY22" fmla="*/ 336481 h 606990"/>
                  <a:gd name="csX23" fmla="*/ 279491 w 579024"/>
                  <a:gd name="csY23" fmla="*/ 335125 h 606990"/>
                  <a:gd name="csX24" fmla="*/ 279559 w 579024"/>
                  <a:gd name="csY24" fmla="*/ 331528 h 606990"/>
                  <a:gd name="csX25" fmla="*/ 221075 w 579024"/>
                  <a:gd name="csY25" fmla="*/ 271234 h 606990"/>
                  <a:gd name="csX26" fmla="*/ 161068 w 579024"/>
                  <a:gd name="csY26" fmla="*/ 299809 h 606990"/>
                  <a:gd name="csX27" fmla="*/ 160126 w 579024"/>
                  <a:gd name="csY27" fmla="*/ 299840 h 606990"/>
                  <a:gd name="csX28" fmla="*/ 159925 w 579024"/>
                  <a:gd name="csY28" fmla="*/ 299238 h 606990"/>
                  <a:gd name="csX29" fmla="*/ 141542 w 579024"/>
                  <a:gd name="csY29" fmla="*/ 247612 h 606990"/>
                  <a:gd name="csX30" fmla="*/ 72295 w 579024"/>
                  <a:gd name="csY30" fmla="*/ 250946 h 606990"/>
                  <a:gd name="csX31" fmla="*/ 69512 w 579024"/>
                  <a:gd name="csY31" fmla="*/ 255402 h 606990"/>
                  <a:gd name="csX32" fmla="*/ 72295 w 579024"/>
                  <a:gd name="csY32" fmla="*/ 258185 h 606990"/>
                  <a:gd name="csX33" fmla="*/ 128397 w 579024"/>
                  <a:gd name="csY33" fmla="*/ 282569 h 606990"/>
                  <a:gd name="csX34" fmla="*/ 128397 w 579024"/>
                  <a:gd name="csY34" fmla="*/ 282569 h 606990"/>
                  <a:gd name="csX35" fmla="*/ 71247 w 579024"/>
                  <a:gd name="csY35" fmla="*/ 287903 h 606990"/>
                  <a:gd name="csX36" fmla="*/ 39624 w 579024"/>
                  <a:gd name="csY36" fmla="*/ 343529 h 606990"/>
                  <a:gd name="csX37" fmla="*/ 41659 w 579024"/>
                  <a:gd name="csY37" fmla="*/ 348372 h 606990"/>
                  <a:gd name="csX38" fmla="*/ 45720 w 579024"/>
                  <a:gd name="csY38" fmla="*/ 347530 h 606990"/>
                  <a:gd name="csX39" fmla="*/ 101822 w 579024"/>
                  <a:gd name="csY39" fmla="*/ 314192 h 606990"/>
                  <a:gd name="csX40" fmla="*/ 101822 w 579024"/>
                  <a:gd name="csY40" fmla="*/ 314192 h 606990"/>
                  <a:gd name="csX41" fmla="*/ 82772 w 579024"/>
                  <a:gd name="csY41" fmla="*/ 339433 h 606990"/>
                  <a:gd name="csX42" fmla="*/ 84296 w 579024"/>
                  <a:gd name="csY42" fmla="*/ 396583 h 606990"/>
                  <a:gd name="csX43" fmla="*/ 88997 w 579024"/>
                  <a:gd name="csY43" fmla="*/ 399217 h 606990"/>
                  <a:gd name="csX44" fmla="*/ 91631 w 579024"/>
                  <a:gd name="csY44" fmla="*/ 396583 h 606990"/>
                  <a:gd name="csX45" fmla="*/ 115253 w 579024"/>
                  <a:gd name="csY45" fmla="*/ 348958 h 606990"/>
                  <a:gd name="csX46" fmla="*/ 115253 w 579024"/>
                  <a:gd name="csY46" fmla="*/ 348958 h 606990"/>
                  <a:gd name="csX47" fmla="*/ 114300 w 579024"/>
                  <a:gd name="csY47" fmla="*/ 354769 h 606990"/>
                  <a:gd name="csX48" fmla="*/ 131249 w 579024"/>
                  <a:gd name="csY48" fmla="*/ 367642 h 606990"/>
                  <a:gd name="csX49" fmla="*/ 131350 w 579024"/>
                  <a:gd name="csY49" fmla="*/ 367627 h 606990"/>
                  <a:gd name="csX50" fmla="*/ 140018 w 579024"/>
                  <a:gd name="csY50" fmla="*/ 363151 h 606990"/>
                  <a:gd name="csX51" fmla="*/ 140018 w 579024"/>
                  <a:gd name="csY51" fmla="*/ 363151 h 606990"/>
                  <a:gd name="csX52" fmla="*/ 147638 w 579024"/>
                  <a:gd name="csY52" fmla="*/ 523837 h 606990"/>
                  <a:gd name="csX53" fmla="*/ 147638 w 579024"/>
                  <a:gd name="csY53" fmla="*/ 523837 h 606990"/>
                  <a:gd name="csX54" fmla="*/ 0 w 579024"/>
                  <a:gd name="csY54" fmla="*/ 586702 h 606990"/>
                  <a:gd name="csX55" fmla="*/ 9525 w 579024"/>
                  <a:gd name="csY55" fmla="*/ 585940 h 606990"/>
                  <a:gd name="csX56" fmla="*/ 66675 w 579024"/>
                  <a:gd name="csY56" fmla="*/ 598037 h 606990"/>
                  <a:gd name="csX57" fmla="*/ 104775 w 579024"/>
                  <a:gd name="csY57" fmla="*/ 606991 h 606990"/>
                  <a:gd name="csX58" fmla="*/ 104775 w 579024"/>
                  <a:gd name="csY58" fmla="*/ 606991 h 606990"/>
                  <a:gd name="csX59" fmla="*/ 142875 w 579024"/>
                  <a:gd name="csY59" fmla="*/ 598037 h 606990"/>
                  <a:gd name="csX60" fmla="*/ 200025 w 579024"/>
                  <a:gd name="csY60" fmla="*/ 585940 h 606990"/>
                  <a:gd name="csX61" fmla="*/ 200025 w 579024"/>
                  <a:gd name="csY61" fmla="*/ 585940 h 606990"/>
                  <a:gd name="csX62" fmla="*/ 257175 w 579024"/>
                  <a:gd name="csY62" fmla="*/ 598037 h 606990"/>
                  <a:gd name="csX63" fmla="*/ 295275 w 579024"/>
                  <a:gd name="csY63" fmla="*/ 606991 h 606990"/>
                  <a:gd name="csX64" fmla="*/ 295275 w 579024"/>
                  <a:gd name="csY64" fmla="*/ 606991 h 606990"/>
                  <a:gd name="csX65" fmla="*/ 333375 w 579024"/>
                  <a:gd name="csY65" fmla="*/ 598037 h 606990"/>
                  <a:gd name="csX66" fmla="*/ 390525 w 579024"/>
                  <a:gd name="csY66" fmla="*/ 585940 h 606990"/>
                  <a:gd name="csX67" fmla="*/ 390525 w 579024"/>
                  <a:gd name="csY67" fmla="*/ 585940 h 606990"/>
                  <a:gd name="csX68" fmla="*/ 447675 w 579024"/>
                  <a:gd name="csY68" fmla="*/ 598037 h 606990"/>
                  <a:gd name="csX69" fmla="*/ 485775 w 579024"/>
                  <a:gd name="csY69" fmla="*/ 606991 h 606990"/>
                  <a:gd name="csX70" fmla="*/ 485775 w 579024"/>
                  <a:gd name="csY70" fmla="*/ 606991 h 606990"/>
                  <a:gd name="csX71" fmla="*/ 523875 w 579024"/>
                  <a:gd name="csY71" fmla="*/ 598037 h 606990"/>
                  <a:gd name="csX72" fmla="*/ 579025 w 579024"/>
                  <a:gd name="csY72" fmla="*/ 586131 h 606990"/>
                  <a:gd name="csX73" fmla="*/ 579025 w 579024"/>
                  <a:gd name="csY73" fmla="*/ 586131 h 606990"/>
                  <a:gd name="csX74" fmla="*/ 418529 w 579024"/>
                  <a:gd name="csY74" fmla="*/ 490881 h 606990"/>
                  <a:gd name="csX75" fmla="*/ 418529 w 579024"/>
                  <a:gd name="csY75" fmla="*/ 490881 h 606990"/>
                  <a:gd name="csX76" fmla="*/ 393097 w 579024"/>
                  <a:gd name="csY76" fmla="*/ 205798 h 606990"/>
                  <a:gd name="csX77" fmla="*/ 393097 w 579024"/>
                  <a:gd name="csY77" fmla="*/ 205798 h 606990"/>
                  <a:gd name="csX78" fmla="*/ 412147 w 579024"/>
                  <a:gd name="csY78" fmla="*/ 211036 h 606990"/>
                  <a:gd name="csX79" fmla="*/ 430530 w 579024"/>
                  <a:gd name="csY79" fmla="*/ 197701 h 606990"/>
                  <a:gd name="csX80" fmla="*/ 432149 w 579024"/>
                  <a:gd name="csY80" fmla="*/ 177318 h 606990"/>
                  <a:gd name="csX81" fmla="*/ 432149 w 579024"/>
                  <a:gd name="csY81" fmla="*/ 177318 h 606990"/>
                  <a:gd name="csX82" fmla="*/ 483108 w 579024"/>
                  <a:gd name="csY82" fmla="*/ 251803 h 606990"/>
                  <a:gd name="csX83" fmla="*/ 491505 w 579024"/>
                  <a:gd name="csY83" fmla="*/ 255111 h 606990"/>
                  <a:gd name="csX84" fmla="*/ 495300 w 579024"/>
                  <a:gd name="csY84" fmla="*/ 249994 h 606990"/>
                  <a:gd name="csX85" fmla="*/ 484251 w 579024"/>
                  <a:gd name="csY85" fmla="*/ 154172 h 606990"/>
                  <a:gd name="csX86" fmla="*/ 447675 w 579024"/>
                  <a:gd name="csY86" fmla="*/ 117882 h 606990"/>
                  <a:gd name="csX87" fmla="*/ 447675 w 579024"/>
                  <a:gd name="csY87" fmla="*/ 117120 h 606990"/>
                  <a:gd name="csX88" fmla="*/ 547021 w 579024"/>
                  <a:gd name="csY88" fmla="*/ 159030 h 606990"/>
                  <a:gd name="csX89" fmla="*/ 555979 w 579024"/>
                  <a:gd name="csY89" fmla="*/ 157929 h 606990"/>
                  <a:gd name="csX90" fmla="*/ 556546 w 579024"/>
                  <a:gd name="csY90" fmla="*/ 150934 h 606990"/>
                  <a:gd name="csX91" fmla="*/ 490823 w 579024"/>
                  <a:gd name="csY91" fmla="*/ 65875 h 606990"/>
                  <a:gd name="csX92" fmla="*/ 390716 w 579024"/>
                  <a:gd name="csY92" fmla="*/ 73400 h 606990"/>
                  <a:gd name="csX93" fmla="*/ 390716 w 579024"/>
                  <a:gd name="csY93" fmla="*/ 73400 h 606990"/>
                  <a:gd name="csX94" fmla="*/ 481584 w 579024"/>
                  <a:gd name="csY94" fmla="*/ 16822 h 606990"/>
                  <a:gd name="csX95" fmla="*/ 485224 w 579024"/>
                  <a:gd name="csY95" fmla="*/ 8710 h 606990"/>
                  <a:gd name="csX96" fmla="*/ 480250 w 579024"/>
                  <a:gd name="csY96" fmla="*/ 4725 h 606990"/>
                  <a:gd name="csX97" fmla="*/ 364331 w 579024"/>
                  <a:gd name="csY97" fmla="*/ 15202 h 606990"/>
                  <a:gd name="csX98" fmla="*/ 346520 w 579024"/>
                  <a:gd name="csY98" fmla="*/ 107119 h 606990"/>
                  <a:gd name="csX99" fmla="*/ 346377 w 579024"/>
                  <a:gd name="csY99" fmla="*/ 107928 h 606990"/>
                  <a:gd name="csX100" fmla="*/ 345567 w 579024"/>
                  <a:gd name="csY100" fmla="*/ 107785 h 606990"/>
                  <a:gd name="csX101" fmla="*/ 237553 w 579024"/>
                  <a:gd name="csY101" fmla="*/ 72638 h 606990"/>
                  <a:gd name="csX102" fmla="*/ 154496 w 579024"/>
                  <a:gd name="csY102" fmla="*/ 186938 h 606990"/>
                  <a:gd name="csX103" fmla="*/ 158674 w 579024"/>
                  <a:gd name="csY103" fmla="*/ 194786 h 606990"/>
                  <a:gd name="csX104" fmla="*/ 164021 w 579024"/>
                  <a:gd name="csY104" fmla="*/ 193987 h 606990"/>
                  <a:gd name="csX105" fmla="*/ 292513 w 579024"/>
                  <a:gd name="csY105" fmla="*/ 125692 h 606990"/>
                  <a:gd name="csX106" fmla="*/ 292513 w 579024"/>
                  <a:gd name="csY106" fmla="*/ 126264 h 606990"/>
                  <a:gd name="csX107" fmla="*/ 249841 w 579024"/>
                  <a:gd name="csY107" fmla="*/ 168079 h 606990"/>
                  <a:gd name="csX108" fmla="*/ 256603 w 579024"/>
                  <a:gd name="csY108" fmla="*/ 282379 h 606990"/>
                  <a:gd name="csX109" fmla="*/ 264648 w 579024"/>
                  <a:gd name="csY109" fmla="*/ 285478 h 606990"/>
                  <a:gd name="csX110" fmla="*/ 267748 w 579024"/>
                  <a:gd name="csY110" fmla="*/ 282379 h 606990"/>
                  <a:gd name="csX111" fmla="*/ 307276 w 579024"/>
                  <a:gd name="csY111" fmla="*/ 188367 h 6069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</a:cxnLst>
                <a:rect l="l" t="t" r="r" b="b"/>
                <a:pathLst>
                  <a:path w="579024" h="606990">
                    <a:moveTo>
                      <a:pt x="307753" y="187891"/>
                    </a:moveTo>
                    <a:cubicBezTo>
                      <a:pt x="305227" y="201653"/>
                      <a:pt x="314337" y="214859"/>
                      <a:pt x="328100" y="217384"/>
                    </a:cubicBezTo>
                    <a:cubicBezTo>
                      <a:pt x="338640" y="219318"/>
                      <a:pt x="349258" y="214412"/>
                      <a:pt x="354616" y="205131"/>
                    </a:cubicBezTo>
                    <a:lnTo>
                      <a:pt x="354616" y="205131"/>
                    </a:lnTo>
                    <a:cubicBezTo>
                      <a:pt x="376047" y="307334"/>
                      <a:pt x="367760" y="411823"/>
                      <a:pt x="355378" y="487071"/>
                    </a:cubicBezTo>
                    <a:lnTo>
                      <a:pt x="355378" y="487071"/>
                    </a:lnTo>
                    <a:cubicBezTo>
                      <a:pt x="302383" y="489728"/>
                      <a:pt x="250260" y="501622"/>
                      <a:pt x="201359" y="522218"/>
                    </a:cubicBezTo>
                    <a:lnTo>
                      <a:pt x="201359" y="522218"/>
                    </a:lnTo>
                    <a:cubicBezTo>
                      <a:pt x="201359" y="522218"/>
                      <a:pt x="195072" y="522218"/>
                      <a:pt x="184880" y="522218"/>
                    </a:cubicBezTo>
                    <a:lnTo>
                      <a:pt x="184880" y="522218"/>
                    </a:lnTo>
                    <a:cubicBezTo>
                      <a:pt x="167927" y="469598"/>
                      <a:pt x="160476" y="414381"/>
                      <a:pt x="162877" y="359150"/>
                    </a:cubicBezTo>
                    <a:lnTo>
                      <a:pt x="162877" y="359150"/>
                    </a:lnTo>
                    <a:cubicBezTo>
                      <a:pt x="167995" y="365699"/>
                      <a:pt x="177453" y="366861"/>
                      <a:pt x="184002" y="361743"/>
                    </a:cubicBezTo>
                    <a:cubicBezTo>
                      <a:pt x="188231" y="358438"/>
                      <a:pt x="190380" y="353131"/>
                      <a:pt x="189643" y="347815"/>
                    </a:cubicBezTo>
                    <a:cubicBezTo>
                      <a:pt x="189554" y="346939"/>
                      <a:pt x="189362" y="346075"/>
                      <a:pt x="189071" y="345244"/>
                    </a:cubicBezTo>
                    <a:lnTo>
                      <a:pt x="189071" y="345244"/>
                    </a:lnTo>
                    <a:cubicBezTo>
                      <a:pt x="208693" y="366484"/>
                      <a:pt x="213741" y="387630"/>
                      <a:pt x="220218" y="397536"/>
                    </a:cubicBezTo>
                    <a:cubicBezTo>
                      <a:pt x="221311" y="399145"/>
                      <a:pt x="223503" y="399565"/>
                      <a:pt x="225114" y="398471"/>
                    </a:cubicBezTo>
                    <a:cubicBezTo>
                      <a:pt x="225779" y="398019"/>
                      <a:pt x="226270" y="397353"/>
                      <a:pt x="226504" y="396583"/>
                    </a:cubicBezTo>
                    <a:cubicBezTo>
                      <a:pt x="233712" y="373945"/>
                      <a:pt x="231728" y="349381"/>
                      <a:pt x="220980" y="328194"/>
                    </a:cubicBezTo>
                    <a:cubicBezTo>
                      <a:pt x="214577" y="317650"/>
                      <a:pt x="204334" y="310001"/>
                      <a:pt x="192405" y="306858"/>
                    </a:cubicBezTo>
                    <a:lnTo>
                      <a:pt x="192405" y="306858"/>
                    </a:lnTo>
                    <a:cubicBezTo>
                      <a:pt x="221171" y="312204"/>
                      <a:pt x="248872" y="322210"/>
                      <a:pt x="274415" y="336481"/>
                    </a:cubicBezTo>
                    <a:cubicBezTo>
                      <a:pt x="276191" y="337508"/>
                      <a:pt x="278463" y="336902"/>
                      <a:pt x="279491" y="335125"/>
                    </a:cubicBezTo>
                    <a:cubicBezTo>
                      <a:pt x="280131" y="334017"/>
                      <a:pt x="280157" y="332658"/>
                      <a:pt x="279559" y="331528"/>
                    </a:cubicBezTo>
                    <a:cubicBezTo>
                      <a:pt x="270605" y="313144"/>
                      <a:pt x="249650" y="277330"/>
                      <a:pt x="221075" y="271234"/>
                    </a:cubicBezTo>
                    <a:cubicBezTo>
                      <a:pt x="192500" y="265138"/>
                      <a:pt x="168212" y="291999"/>
                      <a:pt x="161068" y="299809"/>
                    </a:cubicBezTo>
                    <a:cubicBezTo>
                      <a:pt x="160816" y="300078"/>
                      <a:pt x="160394" y="300091"/>
                      <a:pt x="160126" y="299840"/>
                    </a:cubicBezTo>
                    <a:cubicBezTo>
                      <a:pt x="159961" y="299685"/>
                      <a:pt x="159886" y="299460"/>
                      <a:pt x="159925" y="299238"/>
                    </a:cubicBezTo>
                    <a:cubicBezTo>
                      <a:pt x="166994" y="279848"/>
                      <a:pt x="159275" y="258171"/>
                      <a:pt x="141542" y="247612"/>
                    </a:cubicBezTo>
                    <a:cubicBezTo>
                      <a:pt x="124206" y="237516"/>
                      <a:pt x="90869" y="245231"/>
                      <a:pt x="72295" y="250946"/>
                    </a:cubicBezTo>
                    <a:cubicBezTo>
                      <a:pt x="70295" y="251408"/>
                      <a:pt x="69050" y="253403"/>
                      <a:pt x="69512" y="255402"/>
                    </a:cubicBezTo>
                    <a:cubicBezTo>
                      <a:pt x="69831" y="256785"/>
                      <a:pt x="70911" y="257866"/>
                      <a:pt x="72295" y="258185"/>
                    </a:cubicBezTo>
                    <a:cubicBezTo>
                      <a:pt x="92212" y="263163"/>
                      <a:pt x="111169" y="271403"/>
                      <a:pt x="128397" y="282569"/>
                    </a:cubicBezTo>
                    <a:lnTo>
                      <a:pt x="128397" y="282569"/>
                    </a:lnTo>
                    <a:cubicBezTo>
                      <a:pt x="110007" y="272695"/>
                      <a:pt x="87492" y="274797"/>
                      <a:pt x="71247" y="287903"/>
                    </a:cubicBezTo>
                    <a:cubicBezTo>
                      <a:pt x="56007" y="299619"/>
                      <a:pt x="45148" y="326765"/>
                      <a:pt x="39624" y="343529"/>
                    </a:cubicBezTo>
                    <a:cubicBezTo>
                      <a:pt x="38849" y="345428"/>
                      <a:pt x="39759" y="347597"/>
                      <a:pt x="41659" y="348372"/>
                    </a:cubicBezTo>
                    <a:cubicBezTo>
                      <a:pt x="43058" y="348944"/>
                      <a:pt x="44664" y="348611"/>
                      <a:pt x="45720" y="347530"/>
                    </a:cubicBezTo>
                    <a:cubicBezTo>
                      <a:pt x="61978" y="332744"/>
                      <a:pt x="81063" y="321403"/>
                      <a:pt x="101822" y="314192"/>
                    </a:cubicBezTo>
                    <a:lnTo>
                      <a:pt x="101822" y="314192"/>
                    </a:lnTo>
                    <a:cubicBezTo>
                      <a:pt x="93033" y="320452"/>
                      <a:pt x="86381" y="329264"/>
                      <a:pt x="82772" y="339433"/>
                    </a:cubicBezTo>
                    <a:cubicBezTo>
                      <a:pt x="76009" y="356674"/>
                      <a:pt x="80296" y="381439"/>
                      <a:pt x="84296" y="396583"/>
                    </a:cubicBezTo>
                    <a:cubicBezTo>
                      <a:pt x="84867" y="398608"/>
                      <a:pt x="86972" y="399787"/>
                      <a:pt x="88997" y="399217"/>
                    </a:cubicBezTo>
                    <a:cubicBezTo>
                      <a:pt x="90273" y="398857"/>
                      <a:pt x="91270" y="397860"/>
                      <a:pt x="91631" y="396583"/>
                    </a:cubicBezTo>
                    <a:cubicBezTo>
                      <a:pt x="96274" y="379301"/>
                      <a:pt x="104304" y="363113"/>
                      <a:pt x="115253" y="348958"/>
                    </a:cubicBezTo>
                    <a:lnTo>
                      <a:pt x="115253" y="348958"/>
                    </a:lnTo>
                    <a:cubicBezTo>
                      <a:pt x="114521" y="350804"/>
                      <a:pt x="114196" y="352785"/>
                      <a:pt x="114300" y="354769"/>
                    </a:cubicBezTo>
                    <a:cubicBezTo>
                      <a:pt x="115426" y="363004"/>
                      <a:pt x="123013" y="368767"/>
                      <a:pt x="131249" y="367642"/>
                    </a:cubicBezTo>
                    <a:cubicBezTo>
                      <a:pt x="131282" y="367637"/>
                      <a:pt x="131316" y="367632"/>
                      <a:pt x="131350" y="367627"/>
                    </a:cubicBezTo>
                    <a:cubicBezTo>
                      <a:pt x="134651" y="367125"/>
                      <a:pt x="137697" y="365552"/>
                      <a:pt x="140018" y="363151"/>
                    </a:cubicBezTo>
                    <a:lnTo>
                      <a:pt x="140018" y="363151"/>
                    </a:lnTo>
                    <a:cubicBezTo>
                      <a:pt x="137998" y="416832"/>
                      <a:pt x="140548" y="470588"/>
                      <a:pt x="147638" y="523837"/>
                    </a:cubicBezTo>
                    <a:lnTo>
                      <a:pt x="147638" y="523837"/>
                    </a:lnTo>
                    <a:cubicBezTo>
                      <a:pt x="95250" y="527743"/>
                      <a:pt x="19717" y="541649"/>
                      <a:pt x="0" y="586702"/>
                    </a:cubicBezTo>
                    <a:lnTo>
                      <a:pt x="9525" y="585940"/>
                    </a:lnTo>
                    <a:cubicBezTo>
                      <a:pt x="29124" y="586699"/>
                      <a:pt x="48450" y="590790"/>
                      <a:pt x="66675" y="598037"/>
                    </a:cubicBezTo>
                    <a:cubicBezTo>
                      <a:pt x="78794" y="603104"/>
                      <a:pt x="91668" y="606129"/>
                      <a:pt x="104775" y="606991"/>
                    </a:cubicBezTo>
                    <a:lnTo>
                      <a:pt x="104775" y="606991"/>
                    </a:lnTo>
                    <a:cubicBezTo>
                      <a:pt x="117882" y="606129"/>
                      <a:pt x="130756" y="603104"/>
                      <a:pt x="142875" y="598037"/>
                    </a:cubicBezTo>
                    <a:cubicBezTo>
                      <a:pt x="161100" y="590790"/>
                      <a:pt x="180426" y="586699"/>
                      <a:pt x="200025" y="585940"/>
                    </a:cubicBezTo>
                    <a:lnTo>
                      <a:pt x="200025" y="585940"/>
                    </a:lnTo>
                    <a:cubicBezTo>
                      <a:pt x="219624" y="586699"/>
                      <a:pt x="238950" y="590790"/>
                      <a:pt x="257175" y="598037"/>
                    </a:cubicBezTo>
                    <a:cubicBezTo>
                      <a:pt x="269294" y="603104"/>
                      <a:pt x="282168" y="606129"/>
                      <a:pt x="295275" y="606991"/>
                    </a:cubicBezTo>
                    <a:lnTo>
                      <a:pt x="295275" y="606991"/>
                    </a:lnTo>
                    <a:cubicBezTo>
                      <a:pt x="308382" y="606129"/>
                      <a:pt x="321256" y="603104"/>
                      <a:pt x="333375" y="598037"/>
                    </a:cubicBezTo>
                    <a:cubicBezTo>
                      <a:pt x="351600" y="590790"/>
                      <a:pt x="370926" y="586699"/>
                      <a:pt x="390525" y="585940"/>
                    </a:cubicBezTo>
                    <a:lnTo>
                      <a:pt x="390525" y="585940"/>
                    </a:lnTo>
                    <a:cubicBezTo>
                      <a:pt x="410124" y="586699"/>
                      <a:pt x="429450" y="590790"/>
                      <a:pt x="447675" y="598037"/>
                    </a:cubicBezTo>
                    <a:cubicBezTo>
                      <a:pt x="459794" y="603104"/>
                      <a:pt x="472668" y="606129"/>
                      <a:pt x="485775" y="606991"/>
                    </a:cubicBezTo>
                    <a:lnTo>
                      <a:pt x="485775" y="606991"/>
                    </a:lnTo>
                    <a:cubicBezTo>
                      <a:pt x="498882" y="606129"/>
                      <a:pt x="511756" y="603104"/>
                      <a:pt x="523875" y="598037"/>
                    </a:cubicBezTo>
                    <a:cubicBezTo>
                      <a:pt x="541490" y="591100"/>
                      <a:pt x="560117" y="587079"/>
                      <a:pt x="579025" y="586131"/>
                    </a:cubicBezTo>
                    <a:lnTo>
                      <a:pt x="579025" y="586131"/>
                    </a:lnTo>
                    <a:cubicBezTo>
                      <a:pt x="539107" y="535670"/>
                      <a:pt x="481945" y="501746"/>
                      <a:pt x="418529" y="490881"/>
                    </a:cubicBezTo>
                    <a:lnTo>
                      <a:pt x="418529" y="490881"/>
                    </a:lnTo>
                    <a:cubicBezTo>
                      <a:pt x="417671" y="432874"/>
                      <a:pt x="413861" y="303238"/>
                      <a:pt x="393097" y="205798"/>
                    </a:cubicBezTo>
                    <a:lnTo>
                      <a:pt x="393097" y="205798"/>
                    </a:lnTo>
                    <a:cubicBezTo>
                      <a:pt x="398471" y="210060"/>
                      <a:pt x="405349" y="211951"/>
                      <a:pt x="412147" y="211036"/>
                    </a:cubicBezTo>
                    <a:cubicBezTo>
                      <a:pt x="420012" y="209684"/>
                      <a:pt x="426803" y="204757"/>
                      <a:pt x="430530" y="197701"/>
                    </a:cubicBezTo>
                    <a:cubicBezTo>
                      <a:pt x="434162" y="191513"/>
                      <a:pt x="434759" y="184001"/>
                      <a:pt x="432149" y="177318"/>
                    </a:cubicBezTo>
                    <a:lnTo>
                      <a:pt x="432149" y="177318"/>
                    </a:lnTo>
                    <a:cubicBezTo>
                      <a:pt x="453917" y="198513"/>
                      <a:pt x="471240" y="223835"/>
                      <a:pt x="483108" y="251803"/>
                    </a:cubicBezTo>
                    <a:cubicBezTo>
                      <a:pt x="484513" y="255036"/>
                      <a:pt x="488272" y="256517"/>
                      <a:pt x="491505" y="255111"/>
                    </a:cubicBezTo>
                    <a:cubicBezTo>
                      <a:pt x="493592" y="254205"/>
                      <a:pt x="495038" y="252254"/>
                      <a:pt x="495300" y="249994"/>
                    </a:cubicBezTo>
                    <a:cubicBezTo>
                      <a:pt x="498253" y="223324"/>
                      <a:pt x="499682" y="181223"/>
                      <a:pt x="484251" y="154172"/>
                    </a:cubicBezTo>
                    <a:cubicBezTo>
                      <a:pt x="475860" y="138766"/>
                      <a:pt x="463146" y="126151"/>
                      <a:pt x="447675" y="117882"/>
                    </a:cubicBezTo>
                    <a:cubicBezTo>
                      <a:pt x="447199" y="117882"/>
                      <a:pt x="447675" y="117025"/>
                      <a:pt x="447675" y="117120"/>
                    </a:cubicBezTo>
                    <a:cubicBezTo>
                      <a:pt x="483236" y="124383"/>
                      <a:pt x="517003" y="138627"/>
                      <a:pt x="547021" y="159030"/>
                    </a:cubicBezTo>
                    <a:cubicBezTo>
                      <a:pt x="549798" y="161200"/>
                      <a:pt x="553809" y="160707"/>
                      <a:pt x="555979" y="157929"/>
                    </a:cubicBezTo>
                    <a:cubicBezTo>
                      <a:pt x="557548" y="155920"/>
                      <a:pt x="557771" y="153169"/>
                      <a:pt x="556546" y="150934"/>
                    </a:cubicBezTo>
                    <a:cubicBezTo>
                      <a:pt x="543401" y="124359"/>
                      <a:pt x="518922" y="81782"/>
                      <a:pt x="490823" y="65875"/>
                    </a:cubicBezTo>
                    <a:cubicBezTo>
                      <a:pt x="451104" y="43396"/>
                      <a:pt x="416338" y="55017"/>
                      <a:pt x="390716" y="73400"/>
                    </a:cubicBezTo>
                    <a:cubicBezTo>
                      <a:pt x="390716" y="73400"/>
                      <a:pt x="390716" y="73400"/>
                      <a:pt x="390716" y="73400"/>
                    </a:cubicBezTo>
                    <a:cubicBezTo>
                      <a:pt x="417547" y="49484"/>
                      <a:pt x="448283" y="30347"/>
                      <a:pt x="481584" y="16822"/>
                    </a:cubicBezTo>
                    <a:cubicBezTo>
                      <a:pt x="484829" y="15587"/>
                      <a:pt x="486458" y="11955"/>
                      <a:pt x="485224" y="8710"/>
                    </a:cubicBezTo>
                    <a:cubicBezTo>
                      <a:pt x="484412" y="6578"/>
                      <a:pt x="482509" y="5052"/>
                      <a:pt x="480250" y="4725"/>
                    </a:cubicBezTo>
                    <a:cubicBezTo>
                      <a:pt x="447675" y="-609"/>
                      <a:pt x="390525" y="-5753"/>
                      <a:pt x="364331" y="15202"/>
                    </a:cubicBezTo>
                    <a:cubicBezTo>
                      <a:pt x="325660" y="45778"/>
                      <a:pt x="338042" y="88069"/>
                      <a:pt x="346520" y="107119"/>
                    </a:cubicBezTo>
                    <a:cubicBezTo>
                      <a:pt x="346703" y="107381"/>
                      <a:pt x="346640" y="107744"/>
                      <a:pt x="346377" y="107928"/>
                    </a:cubicBezTo>
                    <a:cubicBezTo>
                      <a:pt x="346114" y="108112"/>
                      <a:pt x="345751" y="108048"/>
                      <a:pt x="345567" y="107785"/>
                    </a:cubicBezTo>
                    <a:cubicBezTo>
                      <a:pt x="330041" y="91974"/>
                      <a:pt x="286703" y="54731"/>
                      <a:pt x="237553" y="72638"/>
                    </a:cubicBezTo>
                    <a:cubicBezTo>
                      <a:pt x="191548" y="89402"/>
                      <a:pt x="165164" y="153886"/>
                      <a:pt x="154496" y="186938"/>
                    </a:cubicBezTo>
                    <a:cubicBezTo>
                      <a:pt x="153482" y="190258"/>
                      <a:pt x="155353" y="193772"/>
                      <a:pt x="158674" y="194786"/>
                    </a:cubicBezTo>
                    <a:cubicBezTo>
                      <a:pt x="160486" y="195338"/>
                      <a:pt x="162450" y="195045"/>
                      <a:pt x="164021" y="193987"/>
                    </a:cubicBezTo>
                    <a:cubicBezTo>
                      <a:pt x="202887" y="164440"/>
                      <a:pt x="246278" y="141377"/>
                      <a:pt x="292513" y="125692"/>
                    </a:cubicBezTo>
                    <a:lnTo>
                      <a:pt x="292513" y="126264"/>
                    </a:lnTo>
                    <a:cubicBezTo>
                      <a:pt x="273478" y="134252"/>
                      <a:pt x="258214" y="149209"/>
                      <a:pt x="249841" y="168079"/>
                    </a:cubicBezTo>
                    <a:cubicBezTo>
                      <a:pt x="230791" y="213322"/>
                      <a:pt x="247078" y="260852"/>
                      <a:pt x="256603" y="282379"/>
                    </a:cubicBezTo>
                    <a:cubicBezTo>
                      <a:pt x="257969" y="285456"/>
                      <a:pt x="261571" y="286844"/>
                      <a:pt x="264648" y="285478"/>
                    </a:cubicBezTo>
                    <a:cubicBezTo>
                      <a:pt x="266029" y="284865"/>
                      <a:pt x="267134" y="283761"/>
                      <a:pt x="267748" y="282379"/>
                    </a:cubicBezTo>
                    <a:cubicBezTo>
                      <a:pt x="276035" y="264186"/>
                      <a:pt x="279845" y="227991"/>
                      <a:pt x="307276" y="1883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dirty="0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D8792083-DC75-4F7E-1349-CE04D613148D}"/>
                  </a:ext>
                </a:extLst>
              </p:cNvPr>
              <p:cNvSpPr/>
              <p:nvPr/>
            </p:nvSpPr>
            <p:spPr>
              <a:xfrm>
                <a:off x="1018800" y="4292622"/>
                <a:ext cx="762000" cy="78200"/>
              </a:xfrm>
              <a:custGeom>
                <a:avLst/>
                <a:gdLst>
                  <a:gd name="csX0" fmla="*/ 723900 w 762000"/>
                  <a:gd name="csY0" fmla="*/ 12097 h 78200"/>
                  <a:gd name="csX1" fmla="*/ 666750 w 762000"/>
                  <a:gd name="csY1" fmla="*/ 0 h 78200"/>
                  <a:gd name="csX2" fmla="*/ 666750 w 762000"/>
                  <a:gd name="csY2" fmla="*/ 0 h 78200"/>
                  <a:gd name="csX3" fmla="*/ 609600 w 762000"/>
                  <a:gd name="csY3" fmla="*/ 12097 h 78200"/>
                  <a:gd name="csX4" fmla="*/ 571500 w 762000"/>
                  <a:gd name="csY4" fmla="*/ 21050 h 78200"/>
                  <a:gd name="csX5" fmla="*/ 571500 w 762000"/>
                  <a:gd name="csY5" fmla="*/ 21050 h 78200"/>
                  <a:gd name="csX6" fmla="*/ 533400 w 762000"/>
                  <a:gd name="csY6" fmla="*/ 12097 h 78200"/>
                  <a:gd name="csX7" fmla="*/ 476250 w 762000"/>
                  <a:gd name="csY7" fmla="*/ 0 h 78200"/>
                  <a:gd name="csX8" fmla="*/ 476250 w 762000"/>
                  <a:gd name="csY8" fmla="*/ 0 h 78200"/>
                  <a:gd name="csX9" fmla="*/ 419100 w 762000"/>
                  <a:gd name="csY9" fmla="*/ 12097 h 78200"/>
                  <a:gd name="csX10" fmla="*/ 381000 w 762000"/>
                  <a:gd name="csY10" fmla="*/ 21050 h 78200"/>
                  <a:gd name="csX11" fmla="*/ 342900 w 762000"/>
                  <a:gd name="csY11" fmla="*/ 12097 h 78200"/>
                  <a:gd name="csX12" fmla="*/ 285750 w 762000"/>
                  <a:gd name="csY12" fmla="*/ 0 h 78200"/>
                  <a:gd name="csX13" fmla="*/ 285750 w 762000"/>
                  <a:gd name="csY13" fmla="*/ 0 h 78200"/>
                  <a:gd name="csX14" fmla="*/ 228600 w 762000"/>
                  <a:gd name="csY14" fmla="*/ 12097 h 78200"/>
                  <a:gd name="csX15" fmla="*/ 190500 w 762000"/>
                  <a:gd name="csY15" fmla="*/ 21050 h 78200"/>
                  <a:gd name="csX16" fmla="*/ 152400 w 762000"/>
                  <a:gd name="csY16" fmla="*/ 12097 h 78200"/>
                  <a:gd name="csX17" fmla="*/ 95250 w 762000"/>
                  <a:gd name="csY17" fmla="*/ 0 h 78200"/>
                  <a:gd name="csX18" fmla="*/ 95250 w 762000"/>
                  <a:gd name="csY18" fmla="*/ 0 h 78200"/>
                  <a:gd name="csX19" fmla="*/ 38100 w 762000"/>
                  <a:gd name="csY19" fmla="*/ 12097 h 78200"/>
                  <a:gd name="csX20" fmla="*/ 0 w 762000"/>
                  <a:gd name="csY20" fmla="*/ 21050 h 78200"/>
                  <a:gd name="csX21" fmla="*/ 0 w 762000"/>
                  <a:gd name="csY21" fmla="*/ 78200 h 78200"/>
                  <a:gd name="csX22" fmla="*/ 57150 w 762000"/>
                  <a:gd name="csY22" fmla="*/ 66104 h 78200"/>
                  <a:gd name="csX23" fmla="*/ 95250 w 762000"/>
                  <a:gd name="csY23" fmla="*/ 56579 h 78200"/>
                  <a:gd name="csX24" fmla="*/ 133350 w 762000"/>
                  <a:gd name="csY24" fmla="*/ 66104 h 78200"/>
                  <a:gd name="csX25" fmla="*/ 190500 w 762000"/>
                  <a:gd name="csY25" fmla="*/ 78200 h 78200"/>
                  <a:gd name="csX26" fmla="*/ 190500 w 762000"/>
                  <a:gd name="csY26" fmla="*/ 78200 h 78200"/>
                  <a:gd name="csX27" fmla="*/ 247650 w 762000"/>
                  <a:gd name="csY27" fmla="*/ 66104 h 78200"/>
                  <a:gd name="csX28" fmla="*/ 285750 w 762000"/>
                  <a:gd name="csY28" fmla="*/ 56579 h 78200"/>
                  <a:gd name="csX29" fmla="*/ 323850 w 762000"/>
                  <a:gd name="csY29" fmla="*/ 65532 h 78200"/>
                  <a:gd name="csX30" fmla="*/ 381000 w 762000"/>
                  <a:gd name="csY30" fmla="*/ 78200 h 78200"/>
                  <a:gd name="csX31" fmla="*/ 438150 w 762000"/>
                  <a:gd name="csY31" fmla="*/ 66104 h 78200"/>
                  <a:gd name="csX32" fmla="*/ 476250 w 762000"/>
                  <a:gd name="csY32" fmla="*/ 56579 h 78200"/>
                  <a:gd name="csX33" fmla="*/ 514350 w 762000"/>
                  <a:gd name="csY33" fmla="*/ 66104 h 78200"/>
                  <a:gd name="csX34" fmla="*/ 571500 w 762000"/>
                  <a:gd name="csY34" fmla="*/ 78200 h 78200"/>
                  <a:gd name="csX35" fmla="*/ 571500 w 762000"/>
                  <a:gd name="csY35" fmla="*/ 78200 h 78200"/>
                  <a:gd name="csX36" fmla="*/ 628650 w 762000"/>
                  <a:gd name="csY36" fmla="*/ 66104 h 78200"/>
                  <a:gd name="csX37" fmla="*/ 666750 w 762000"/>
                  <a:gd name="csY37" fmla="*/ 56579 h 78200"/>
                  <a:gd name="csX38" fmla="*/ 704850 w 762000"/>
                  <a:gd name="csY38" fmla="*/ 65532 h 78200"/>
                  <a:gd name="csX39" fmla="*/ 762000 w 762000"/>
                  <a:gd name="csY39" fmla="*/ 78200 h 78200"/>
                  <a:gd name="csX40" fmla="*/ 762000 w 762000"/>
                  <a:gd name="csY40" fmla="*/ 21050 h 78200"/>
                  <a:gd name="csX41" fmla="*/ 723900 w 762000"/>
                  <a:gd name="csY41" fmla="*/ 12097 h 7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</a:cxnLst>
                <a:rect l="l" t="t" r="r" b="b"/>
                <a:pathLst>
                  <a:path w="762000" h="78200">
                    <a:moveTo>
                      <a:pt x="723900" y="12097"/>
                    </a:moveTo>
                    <a:cubicBezTo>
                      <a:pt x="705675" y="4850"/>
                      <a:pt x="686349" y="759"/>
                      <a:pt x="666750" y="0"/>
                    </a:cubicBezTo>
                    <a:lnTo>
                      <a:pt x="666750" y="0"/>
                    </a:lnTo>
                    <a:cubicBezTo>
                      <a:pt x="647151" y="759"/>
                      <a:pt x="627825" y="4850"/>
                      <a:pt x="609600" y="12097"/>
                    </a:cubicBezTo>
                    <a:cubicBezTo>
                      <a:pt x="597467" y="17118"/>
                      <a:pt x="584600" y="20142"/>
                      <a:pt x="571500" y="21050"/>
                    </a:cubicBezTo>
                    <a:lnTo>
                      <a:pt x="571500" y="21050"/>
                    </a:lnTo>
                    <a:cubicBezTo>
                      <a:pt x="558400" y="20142"/>
                      <a:pt x="545533" y="17118"/>
                      <a:pt x="533400" y="12097"/>
                    </a:cubicBezTo>
                    <a:cubicBezTo>
                      <a:pt x="515175" y="4850"/>
                      <a:pt x="495849" y="759"/>
                      <a:pt x="476250" y="0"/>
                    </a:cubicBezTo>
                    <a:lnTo>
                      <a:pt x="476250" y="0"/>
                    </a:lnTo>
                    <a:cubicBezTo>
                      <a:pt x="456651" y="759"/>
                      <a:pt x="437325" y="4850"/>
                      <a:pt x="419100" y="12097"/>
                    </a:cubicBezTo>
                    <a:cubicBezTo>
                      <a:pt x="406967" y="17118"/>
                      <a:pt x="394100" y="20142"/>
                      <a:pt x="381000" y="21050"/>
                    </a:cubicBezTo>
                    <a:cubicBezTo>
                      <a:pt x="367900" y="20142"/>
                      <a:pt x="355033" y="17118"/>
                      <a:pt x="342900" y="12097"/>
                    </a:cubicBezTo>
                    <a:cubicBezTo>
                      <a:pt x="324675" y="4850"/>
                      <a:pt x="305349" y="759"/>
                      <a:pt x="285750" y="0"/>
                    </a:cubicBezTo>
                    <a:lnTo>
                      <a:pt x="285750" y="0"/>
                    </a:lnTo>
                    <a:cubicBezTo>
                      <a:pt x="266151" y="759"/>
                      <a:pt x="246825" y="4850"/>
                      <a:pt x="228600" y="12097"/>
                    </a:cubicBezTo>
                    <a:cubicBezTo>
                      <a:pt x="216466" y="17118"/>
                      <a:pt x="203600" y="20142"/>
                      <a:pt x="190500" y="21050"/>
                    </a:cubicBezTo>
                    <a:cubicBezTo>
                      <a:pt x="177400" y="20142"/>
                      <a:pt x="164534" y="17118"/>
                      <a:pt x="152400" y="12097"/>
                    </a:cubicBezTo>
                    <a:cubicBezTo>
                      <a:pt x="134175" y="4850"/>
                      <a:pt x="114849" y="759"/>
                      <a:pt x="95250" y="0"/>
                    </a:cubicBezTo>
                    <a:lnTo>
                      <a:pt x="95250" y="0"/>
                    </a:lnTo>
                    <a:cubicBezTo>
                      <a:pt x="75651" y="759"/>
                      <a:pt x="56325" y="4850"/>
                      <a:pt x="38100" y="12097"/>
                    </a:cubicBezTo>
                    <a:cubicBezTo>
                      <a:pt x="25966" y="17118"/>
                      <a:pt x="13100" y="20142"/>
                      <a:pt x="0" y="21050"/>
                    </a:cubicBezTo>
                    <a:lnTo>
                      <a:pt x="0" y="78200"/>
                    </a:lnTo>
                    <a:cubicBezTo>
                      <a:pt x="19599" y="77441"/>
                      <a:pt x="38925" y="73350"/>
                      <a:pt x="57150" y="66104"/>
                    </a:cubicBezTo>
                    <a:cubicBezTo>
                      <a:pt x="69251" y="60888"/>
                      <a:pt x="82118" y="57670"/>
                      <a:pt x="95250" y="56579"/>
                    </a:cubicBezTo>
                    <a:cubicBezTo>
                      <a:pt x="108382" y="57670"/>
                      <a:pt x="121249" y="60888"/>
                      <a:pt x="133350" y="66104"/>
                    </a:cubicBezTo>
                    <a:cubicBezTo>
                      <a:pt x="151575" y="73350"/>
                      <a:pt x="170901" y="77441"/>
                      <a:pt x="190500" y="78200"/>
                    </a:cubicBezTo>
                    <a:lnTo>
                      <a:pt x="190500" y="78200"/>
                    </a:lnTo>
                    <a:cubicBezTo>
                      <a:pt x="210099" y="77441"/>
                      <a:pt x="229425" y="73350"/>
                      <a:pt x="247650" y="66104"/>
                    </a:cubicBezTo>
                    <a:cubicBezTo>
                      <a:pt x="259751" y="60888"/>
                      <a:pt x="272618" y="57670"/>
                      <a:pt x="285750" y="56579"/>
                    </a:cubicBezTo>
                    <a:cubicBezTo>
                      <a:pt x="298850" y="57487"/>
                      <a:pt x="311717" y="60510"/>
                      <a:pt x="323850" y="65532"/>
                    </a:cubicBezTo>
                    <a:cubicBezTo>
                      <a:pt x="342028" y="73018"/>
                      <a:pt x="361362" y="77304"/>
                      <a:pt x="381000" y="78200"/>
                    </a:cubicBezTo>
                    <a:cubicBezTo>
                      <a:pt x="400599" y="77441"/>
                      <a:pt x="419925" y="73350"/>
                      <a:pt x="438150" y="66104"/>
                    </a:cubicBezTo>
                    <a:cubicBezTo>
                      <a:pt x="450251" y="60888"/>
                      <a:pt x="463118" y="57671"/>
                      <a:pt x="476250" y="56579"/>
                    </a:cubicBezTo>
                    <a:cubicBezTo>
                      <a:pt x="489382" y="57671"/>
                      <a:pt x="502249" y="60888"/>
                      <a:pt x="514350" y="66104"/>
                    </a:cubicBezTo>
                    <a:cubicBezTo>
                      <a:pt x="532575" y="73350"/>
                      <a:pt x="551901" y="77441"/>
                      <a:pt x="571500" y="78200"/>
                    </a:cubicBezTo>
                    <a:lnTo>
                      <a:pt x="571500" y="78200"/>
                    </a:lnTo>
                    <a:cubicBezTo>
                      <a:pt x="591099" y="77441"/>
                      <a:pt x="610425" y="73350"/>
                      <a:pt x="628650" y="66104"/>
                    </a:cubicBezTo>
                    <a:cubicBezTo>
                      <a:pt x="640751" y="60888"/>
                      <a:pt x="653618" y="57670"/>
                      <a:pt x="666750" y="56579"/>
                    </a:cubicBezTo>
                    <a:cubicBezTo>
                      <a:pt x="679850" y="57487"/>
                      <a:pt x="692717" y="60510"/>
                      <a:pt x="704850" y="65532"/>
                    </a:cubicBezTo>
                    <a:cubicBezTo>
                      <a:pt x="723028" y="73018"/>
                      <a:pt x="742362" y="77304"/>
                      <a:pt x="762000" y="78200"/>
                    </a:cubicBezTo>
                    <a:lnTo>
                      <a:pt x="762000" y="21050"/>
                    </a:lnTo>
                    <a:cubicBezTo>
                      <a:pt x="748900" y="20142"/>
                      <a:pt x="736033" y="17118"/>
                      <a:pt x="723900" y="120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517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7A3D7-3BC1-84D6-35F8-55814000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10BBA6A-89E8-C9C4-3F4E-731DE00FDA92}"/>
              </a:ext>
            </a:extLst>
          </p:cNvPr>
          <p:cNvGrpSpPr/>
          <p:nvPr/>
        </p:nvGrpSpPr>
        <p:grpSpPr>
          <a:xfrm>
            <a:off x="1353000" y="549000"/>
            <a:ext cx="1440000" cy="1440000"/>
            <a:chOff x="633000" y="549000"/>
            <a:chExt cx="1440000" cy="1440000"/>
          </a:xfrm>
        </p:grpSpPr>
        <p:pic>
          <p:nvPicPr>
            <p:cNvPr id="23" name="Graphic 22" descr="Thermometer with solid fill">
              <a:extLst>
                <a:ext uri="{FF2B5EF4-FFF2-40B4-BE49-F238E27FC236}">
                  <a16:creationId xmlns:a16="http://schemas.microsoft.com/office/drawing/2014/main" id="{6C515CD5-C511-ECE4-48AB-2D283F9777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7000" y="693000"/>
              <a:ext cx="1152000" cy="1152000"/>
            </a:xfrm>
            <a:prstGeom prst="rect">
              <a:avLst/>
            </a:prstGeom>
          </p:spPr>
        </p:pic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93EC805-E8E1-B973-7CC6-921046AAD470}"/>
                </a:ext>
              </a:extLst>
            </p:cNvPr>
            <p:cNvSpPr/>
            <p:nvPr/>
          </p:nvSpPr>
          <p:spPr>
            <a:xfrm>
              <a:off x="633000" y="54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31A4EA1E-FC03-E8D7-1039-7759DA7AC795}"/>
              </a:ext>
            </a:extLst>
          </p:cNvPr>
          <p:cNvSpPr/>
          <p:nvPr/>
        </p:nvSpPr>
        <p:spPr>
          <a:xfrm>
            <a:off x="5745001" y="1989000"/>
            <a:ext cx="144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300" dirty="0">
              <a:latin typeface="Rubik" pitchFamily="2" charset="-79"/>
              <a:cs typeface="Rubik" pitchFamily="2" charset="-79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055073C-B215-292C-6425-16A0F1EA7FE0}"/>
              </a:ext>
            </a:extLst>
          </p:cNvPr>
          <p:cNvGrpSpPr/>
          <p:nvPr/>
        </p:nvGrpSpPr>
        <p:grpSpPr>
          <a:xfrm>
            <a:off x="1353000" y="1989000"/>
            <a:ext cx="1440000" cy="1440000"/>
            <a:chOff x="633000" y="1989000"/>
            <a:chExt cx="1440000" cy="144000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D5E0C55-8888-9DBF-9392-5FDBC8711ED5}"/>
                </a:ext>
              </a:extLst>
            </p:cNvPr>
            <p:cNvSpPr/>
            <p:nvPr/>
          </p:nvSpPr>
          <p:spPr>
            <a:xfrm>
              <a:off x="63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500 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85" name="Graphic 84" descr="Thermometer with solid fill">
              <a:extLst>
                <a:ext uri="{FF2B5EF4-FFF2-40B4-BE49-F238E27FC236}">
                  <a16:creationId xmlns:a16="http://schemas.microsoft.com/office/drawing/2014/main" id="{681FC840-0C83-681A-A450-7B10D8832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2205000"/>
              <a:ext cx="864000" cy="8640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9A71B4B-203F-9B4E-6C27-876572C83CEB}"/>
              </a:ext>
            </a:extLst>
          </p:cNvPr>
          <p:cNvGrpSpPr/>
          <p:nvPr/>
        </p:nvGrpSpPr>
        <p:grpSpPr>
          <a:xfrm>
            <a:off x="1353000" y="3429000"/>
            <a:ext cx="1440000" cy="1440000"/>
            <a:chOff x="633000" y="3429000"/>
            <a:chExt cx="1440000" cy="14400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95A58BA-12C6-3625-C95B-DC76A426B3A5}"/>
                </a:ext>
              </a:extLst>
            </p:cNvPr>
            <p:cNvSpPr/>
            <p:nvPr/>
          </p:nvSpPr>
          <p:spPr>
            <a:xfrm>
              <a:off x="63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1 KM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104" name="Graphic 103" descr="Thermometer with solid fill">
              <a:extLst>
                <a:ext uri="{FF2B5EF4-FFF2-40B4-BE49-F238E27FC236}">
                  <a16:creationId xmlns:a16="http://schemas.microsoft.com/office/drawing/2014/main" id="{5B9962BB-261F-8DC6-2BC3-3DC328B4F8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3645000"/>
              <a:ext cx="864000" cy="864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2E7C61B-C930-BCCF-5C07-90680B29FEF7}"/>
              </a:ext>
            </a:extLst>
          </p:cNvPr>
          <p:cNvGrpSpPr/>
          <p:nvPr/>
        </p:nvGrpSpPr>
        <p:grpSpPr>
          <a:xfrm>
            <a:off x="1353000" y="4869000"/>
            <a:ext cx="1440000" cy="1440000"/>
            <a:chOff x="633000" y="4869000"/>
            <a:chExt cx="1440000" cy="14400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2A48171-FC4B-F299-5DFD-7F5E2B75755A}"/>
                </a:ext>
              </a:extLst>
            </p:cNvPr>
            <p:cNvSpPr/>
            <p:nvPr/>
          </p:nvSpPr>
          <p:spPr>
            <a:xfrm>
              <a:off x="633000" y="486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2 KM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107" name="Graphic 106" descr="Thermometer with solid fill">
              <a:extLst>
                <a:ext uri="{FF2B5EF4-FFF2-40B4-BE49-F238E27FC236}">
                  <a16:creationId xmlns:a16="http://schemas.microsoft.com/office/drawing/2014/main" id="{81B5A646-48C6-24A1-EC9C-28F778FAF0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5085000"/>
              <a:ext cx="864000" cy="864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F32600-01D4-66C5-6949-7846FC92F3EF}"/>
              </a:ext>
            </a:extLst>
          </p:cNvPr>
          <p:cNvGrpSpPr/>
          <p:nvPr/>
        </p:nvGrpSpPr>
        <p:grpSpPr>
          <a:xfrm>
            <a:off x="5673000" y="1989000"/>
            <a:ext cx="1440000" cy="1440000"/>
            <a:chOff x="4952999" y="1989000"/>
            <a:chExt cx="1440000" cy="144000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E1A7C5D-37AA-8772-1274-F83A8E074F68}"/>
                </a:ext>
              </a:extLst>
            </p:cNvPr>
            <p:cNvSpPr/>
            <p:nvPr/>
          </p:nvSpPr>
          <p:spPr>
            <a:xfrm>
              <a:off x="4952999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500 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CF990CBD-26F9-5A8F-6F2C-D7B2691039E0}"/>
                </a:ext>
              </a:extLst>
            </p:cNvPr>
            <p:cNvGrpSpPr/>
            <p:nvPr/>
          </p:nvGrpSpPr>
          <p:grpSpPr>
            <a:xfrm>
              <a:off x="5348998" y="2205000"/>
              <a:ext cx="648000" cy="684003"/>
              <a:chOff x="5997000" y="836997"/>
              <a:chExt cx="792000" cy="828003"/>
            </a:xfrm>
          </p:grpSpPr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id="{CC864153-6F4A-0D6A-404E-C79F81085D7F}"/>
                  </a:ext>
                </a:extLst>
              </p:cNvPr>
              <p:cNvSpPr/>
              <p:nvPr/>
            </p:nvSpPr>
            <p:spPr>
              <a:xfrm flipH="1">
                <a:off x="6140999" y="1017000"/>
                <a:ext cx="504000" cy="504000"/>
              </a:xfrm>
              <a:prstGeom prst="arc">
                <a:avLst>
                  <a:gd name="adj1" fmla="val 16200000"/>
                  <a:gd name="adj2" fmla="val 1194789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68EF34F3-5A86-2795-E375-A5E75E6C59C4}"/>
                  </a:ext>
                </a:extLst>
              </p:cNvPr>
              <p:cNvSpPr/>
              <p:nvPr/>
            </p:nvSpPr>
            <p:spPr>
              <a:xfrm>
                <a:off x="6249000" y="1125000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15" name="Arc 114">
                <a:extLst>
                  <a:ext uri="{FF2B5EF4-FFF2-40B4-BE49-F238E27FC236}">
                    <a16:creationId xmlns:a16="http://schemas.microsoft.com/office/drawing/2014/main" id="{40CC27C2-E98B-5045-CBE3-C0E5D925BFAD}"/>
                  </a:ext>
                </a:extLst>
              </p:cNvPr>
              <p:cNvSpPr/>
              <p:nvPr/>
            </p:nvSpPr>
            <p:spPr>
              <a:xfrm flipH="1">
                <a:off x="5997000" y="873000"/>
                <a:ext cx="792000" cy="792000"/>
              </a:xfrm>
              <a:prstGeom prst="arc">
                <a:avLst>
                  <a:gd name="adj1" fmla="val 16200000"/>
                  <a:gd name="adj2" fmla="val 1185780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F807F3E1-1C09-4A89-D2DD-8EE290508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93000" y="836997"/>
                <a:ext cx="0" cy="435789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7CA917-02C9-FAF0-1488-D5715C569B30}"/>
              </a:ext>
            </a:extLst>
          </p:cNvPr>
          <p:cNvGrpSpPr/>
          <p:nvPr/>
        </p:nvGrpSpPr>
        <p:grpSpPr>
          <a:xfrm>
            <a:off x="5673001" y="3429000"/>
            <a:ext cx="1440000" cy="1440000"/>
            <a:chOff x="4953000" y="3429000"/>
            <a:chExt cx="1440000" cy="1440000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E0B4985-3A7A-0C1A-5EDC-2879C7DC3AB5}"/>
                </a:ext>
              </a:extLst>
            </p:cNvPr>
            <p:cNvSpPr/>
            <p:nvPr/>
          </p:nvSpPr>
          <p:spPr>
            <a:xfrm>
              <a:off x="495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1 KM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34F4ED7-3EBD-A36A-E903-87C9024E8BCA}"/>
                </a:ext>
              </a:extLst>
            </p:cNvPr>
            <p:cNvGrpSpPr/>
            <p:nvPr/>
          </p:nvGrpSpPr>
          <p:grpSpPr>
            <a:xfrm>
              <a:off x="5348999" y="3645000"/>
              <a:ext cx="648000" cy="684003"/>
              <a:chOff x="5997000" y="836997"/>
              <a:chExt cx="792000" cy="828003"/>
            </a:xfrm>
          </p:grpSpPr>
          <p:sp>
            <p:nvSpPr>
              <p:cNvPr id="123" name="Arc 122">
                <a:extLst>
                  <a:ext uri="{FF2B5EF4-FFF2-40B4-BE49-F238E27FC236}">
                    <a16:creationId xmlns:a16="http://schemas.microsoft.com/office/drawing/2014/main" id="{04BB07D1-FBD4-01EF-32E8-FAEDB441F5E8}"/>
                  </a:ext>
                </a:extLst>
              </p:cNvPr>
              <p:cNvSpPr/>
              <p:nvPr/>
            </p:nvSpPr>
            <p:spPr>
              <a:xfrm flipH="1">
                <a:off x="6140999" y="1017000"/>
                <a:ext cx="504000" cy="504000"/>
              </a:xfrm>
              <a:prstGeom prst="arc">
                <a:avLst>
                  <a:gd name="adj1" fmla="val 16200000"/>
                  <a:gd name="adj2" fmla="val 1194789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0A56E9B2-9224-23FD-72E6-275BEB433BC7}"/>
                  </a:ext>
                </a:extLst>
              </p:cNvPr>
              <p:cNvSpPr/>
              <p:nvPr/>
            </p:nvSpPr>
            <p:spPr>
              <a:xfrm>
                <a:off x="6249000" y="1125000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id="{8350B081-B1C5-4688-5BBC-943944AB41CE}"/>
                  </a:ext>
                </a:extLst>
              </p:cNvPr>
              <p:cNvSpPr/>
              <p:nvPr/>
            </p:nvSpPr>
            <p:spPr>
              <a:xfrm flipH="1">
                <a:off x="5997000" y="873000"/>
                <a:ext cx="792000" cy="792000"/>
              </a:xfrm>
              <a:prstGeom prst="arc">
                <a:avLst>
                  <a:gd name="adj1" fmla="val 16200000"/>
                  <a:gd name="adj2" fmla="val 1185780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98007FC-0A26-CC8A-F686-24DBE50CAF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93000" y="836997"/>
                <a:ext cx="0" cy="435789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06C828-A5DA-3F0E-33BF-A2176EAC516F}"/>
              </a:ext>
            </a:extLst>
          </p:cNvPr>
          <p:cNvGrpSpPr/>
          <p:nvPr/>
        </p:nvGrpSpPr>
        <p:grpSpPr>
          <a:xfrm>
            <a:off x="5673001" y="4869000"/>
            <a:ext cx="1440000" cy="1440000"/>
            <a:chOff x="4953000" y="4869000"/>
            <a:chExt cx="1440000" cy="144000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32C0FA4-5D46-3AB0-A53E-73197B15BF64}"/>
                </a:ext>
              </a:extLst>
            </p:cNvPr>
            <p:cNvSpPr/>
            <p:nvPr/>
          </p:nvSpPr>
          <p:spPr>
            <a:xfrm>
              <a:off x="4953000" y="486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2 KM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7B2840F6-6515-D529-867F-A9E52277B7F1}"/>
                </a:ext>
              </a:extLst>
            </p:cNvPr>
            <p:cNvGrpSpPr/>
            <p:nvPr/>
          </p:nvGrpSpPr>
          <p:grpSpPr>
            <a:xfrm>
              <a:off x="5348999" y="5085000"/>
              <a:ext cx="648000" cy="684003"/>
              <a:chOff x="5997000" y="836997"/>
              <a:chExt cx="792000" cy="828003"/>
            </a:xfrm>
          </p:grpSpPr>
          <p:sp>
            <p:nvSpPr>
              <p:cNvPr id="130" name="Arc 129">
                <a:extLst>
                  <a:ext uri="{FF2B5EF4-FFF2-40B4-BE49-F238E27FC236}">
                    <a16:creationId xmlns:a16="http://schemas.microsoft.com/office/drawing/2014/main" id="{1ACA0048-A517-EA41-881A-ED63C54D6BF1}"/>
                  </a:ext>
                </a:extLst>
              </p:cNvPr>
              <p:cNvSpPr/>
              <p:nvPr/>
            </p:nvSpPr>
            <p:spPr>
              <a:xfrm flipH="1">
                <a:off x="6140999" y="1017000"/>
                <a:ext cx="504000" cy="504000"/>
              </a:xfrm>
              <a:prstGeom prst="arc">
                <a:avLst>
                  <a:gd name="adj1" fmla="val 16200000"/>
                  <a:gd name="adj2" fmla="val 1194789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9DD2BF40-0594-AF13-3468-5747F1D42493}"/>
                  </a:ext>
                </a:extLst>
              </p:cNvPr>
              <p:cNvSpPr/>
              <p:nvPr/>
            </p:nvSpPr>
            <p:spPr>
              <a:xfrm>
                <a:off x="6249000" y="1125000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32" name="Arc 131">
                <a:extLst>
                  <a:ext uri="{FF2B5EF4-FFF2-40B4-BE49-F238E27FC236}">
                    <a16:creationId xmlns:a16="http://schemas.microsoft.com/office/drawing/2014/main" id="{0FD2254F-C91C-8909-4D5A-D43C72981595}"/>
                  </a:ext>
                </a:extLst>
              </p:cNvPr>
              <p:cNvSpPr/>
              <p:nvPr/>
            </p:nvSpPr>
            <p:spPr>
              <a:xfrm flipH="1">
                <a:off x="5997000" y="873000"/>
                <a:ext cx="792000" cy="792000"/>
              </a:xfrm>
              <a:prstGeom prst="arc">
                <a:avLst>
                  <a:gd name="adj1" fmla="val 16200000"/>
                  <a:gd name="adj2" fmla="val 1185780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27DD637-1981-1D56-EF6A-F9A74B85AB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93000" y="836997"/>
                <a:ext cx="0" cy="435789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03EC9C-5D81-102A-3B13-0FCF6EDBEA61}"/>
              </a:ext>
            </a:extLst>
          </p:cNvPr>
          <p:cNvGrpSpPr/>
          <p:nvPr/>
        </p:nvGrpSpPr>
        <p:grpSpPr>
          <a:xfrm>
            <a:off x="7113000" y="1989000"/>
            <a:ext cx="1440000" cy="1440000"/>
            <a:chOff x="6392999" y="1989000"/>
            <a:chExt cx="1440000" cy="1440000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6DEC08E-8490-38FE-370E-432F3ABF727B}"/>
                </a:ext>
              </a:extLst>
            </p:cNvPr>
            <p:cNvSpPr/>
            <p:nvPr/>
          </p:nvSpPr>
          <p:spPr>
            <a:xfrm>
              <a:off x="6392999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5 KM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E9F98DF-3D4A-35B4-4B33-AA0A46A4BA2C}"/>
                </a:ext>
              </a:extLst>
            </p:cNvPr>
            <p:cNvGrpSpPr/>
            <p:nvPr/>
          </p:nvGrpSpPr>
          <p:grpSpPr>
            <a:xfrm>
              <a:off x="6788998" y="2205000"/>
              <a:ext cx="648000" cy="684003"/>
              <a:chOff x="5997000" y="836997"/>
              <a:chExt cx="792000" cy="828003"/>
            </a:xfrm>
          </p:grpSpPr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id="{960D7070-6AFD-D2DB-B77A-8407849C6F68}"/>
                  </a:ext>
                </a:extLst>
              </p:cNvPr>
              <p:cNvSpPr/>
              <p:nvPr/>
            </p:nvSpPr>
            <p:spPr>
              <a:xfrm flipH="1">
                <a:off x="6140999" y="1017000"/>
                <a:ext cx="504000" cy="504000"/>
              </a:xfrm>
              <a:prstGeom prst="arc">
                <a:avLst>
                  <a:gd name="adj1" fmla="val 16200000"/>
                  <a:gd name="adj2" fmla="val 1194789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822A4672-3CAA-2649-CFB6-FF04849E8BBA}"/>
                  </a:ext>
                </a:extLst>
              </p:cNvPr>
              <p:cNvSpPr/>
              <p:nvPr/>
            </p:nvSpPr>
            <p:spPr>
              <a:xfrm>
                <a:off x="6249000" y="1125000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139" name="Arc 138">
                <a:extLst>
                  <a:ext uri="{FF2B5EF4-FFF2-40B4-BE49-F238E27FC236}">
                    <a16:creationId xmlns:a16="http://schemas.microsoft.com/office/drawing/2014/main" id="{7BFA80DE-DD37-A274-AD06-5DA4E6E489B8}"/>
                  </a:ext>
                </a:extLst>
              </p:cNvPr>
              <p:cNvSpPr/>
              <p:nvPr/>
            </p:nvSpPr>
            <p:spPr>
              <a:xfrm flipH="1">
                <a:off x="5997000" y="873000"/>
                <a:ext cx="792000" cy="792000"/>
              </a:xfrm>
              <a:prstGeom prst="arc">
                <a:avLst>
                  <a:gd name="adj1" fmla="val 16200000"/>
                  <a:gd name="adj2" fmla="val 1185780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04D6DC9D-67BA-DB79-7D4F-62DBC84FEB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93000" y="836997"/>
                <a:ext cx="0" cy="435789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65D44B-76F0-C3FA-C74D-0B928022D39A}"/>
              </a:ext>
            </a:extLst>
          </p:cNvPr>
          <p:cNvGrpSpPr/>
          <p:nvPr/>
        </p:nvGrpSpPr>
        <p:grpSpPr>
          <a:xfrm>
            <a:off x="5673001" y="549000"/>
            <a:ext cx="1440000" cy="1440000"/>
            <a:chOff x="4953000" y="549000"/>
            <a:chExt cx="1440000" cy="144000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E6D4087-0E17-44AF-66B7-E37AA375ED90}"/>
                </a:ext>
              </a:extLst>
            </p:cNvPr>
            <p:cNvGrpSpPr/>
            <p:nvPr/>
          </p:nvGrpSpPr>
          <p:grpSpPr>
            <a:xfrm>
              <a:off x="5277000" y="837000"/>
              <a:ext cx="792000" cy="828000"/>
              <a:chOff x="5997000" y="837000"/>
              <a:chExt cx="792000" cy="828000"/>
            </a:xfrm>
          </p:grpSpPr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E99D1A16-242F-095F-83BB-B4F46701E6B1}"/>
                  </a:ext>
                </a:extLst>
              </p:cNvPr>
              <p:cNvSpPr/>
              <p:nvPr/>
            </p:nvSpPr>
            <p:spPr>
              <a:xfrm flipH="1">
                <a:off x="6140999" y="1017000"/>
                <a:ext cx="504000" cy="504000"/>
              </a:xfrm>
              <a:prstGeom prst="arc">
                <a:avLst>
                  <a:gd name="adj1" fmla="val 16200000"/>
                  <a:gd name="adj2" fmla="val 11947890"/>
                </a:avLst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D94C85D-C201-9DBB-B023-15D8FF523AD4}"/>
                  </a:ext>
                </a:extLst>
              </p:cNvPr>
              <p:cNvSpPr/>
              <p:nvPr/>
            </p:nvSpPr>
            <p:spPr>
              <a:xfrm>
                <a:off x="6249000" y="1125000"/>
                <a:ext cx="288000" cy="288000"/>
              </a:xfrm>
              <a:prstGeom prst="ellipse">
                <a:avLst/>
              </a:prstGeom>
              <a:solidFill>
                <a:schemeClr val="tx1"/>
              </a:solidFill>
              <a:ln w="762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6B2019C8-995A-F043-1E28-C66751EC7552}"/>
                  </a:ext>
                </a:extLst>
              </p:cNvPr>
              <p:cNvSpPr/>
              <p:nvPr/>
            </p:nvSpPr>
            <p:spPr>
              <a:xfrm flipH="1">
                <a:off x="5997000" y="873000"/>
                <a:ext cx="792000" cy="792000"/>
              </a:xfrm>
              <a:prstGeom prst="arc">
                <a:avLst>
                  <a:gd name="adj1" fmla="val 16200000"/>
                  <a:gd name="adj2" fmla="val 11857800"/>
                </a:avLst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C6216FCD-E531-3732-4423-4DCECCCE52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93000" y="837000"/>
                <a:ext cx="0" cy="43200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28DFF16-816A-F320-A05D-5024F0B4C94E}"/>
                </a:ext>
              </a:extLst>
            </p:cNvPr>
            <p:cNvSpPr/>
            <p:nvPr/>
          </p:nvSpPr>
          <p:spPr>
            <a:xfrm>
              <a:off x="4953000" y="54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D468D3-FB9F-0DBC-56B1-D4428EA8EC87}"/>
              </a:ext>
            </a:extLst>
          </p:cNvPr>
          <p:cNvGrpSpPr/>
          <p:nvPr/>
        </p:nvGrpSpPr>
        <p:grpSpPr>
          <a:xfrm>
            <a:off x="7113000" y="3429000"/>
            <a:ext cx="1440000" cy="1440000"/>
            <a:chOff x="6392999" y="1989000"/>
            <a:chExt cx="1440000" cy="1440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D037605-A09F-238A-21B7-6CB9D1CBDEAB}"/>
                </a:ext>
              </a:extLst>
            </p:cNvPr>
            <p:cNvSpPr/>
            <p:nvPr/>
          </p:nvSpPr>
          <p:spPr>
            <a:xfrm>
              <a:off x="6392999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10 KM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045BF7D-2545-5FDE-E852-36E415E6F5E7}"/>
                </a:ext>
              </a:extLst>
            </p:cNvPr>
            <p:cNvGrpSpPr/>
            <p:nvPr/>
          </p:nvGrpSpPr>
          <p:grpSpPr>
            <a:xfrm>
              <a:off x="6788998" y="2205000"/>
              <a:ext cx="648000" cy="684003"/>
              <a:chOff x="5997000" y="836997"/>
              <a:chExt cx="792000" cy="828003"/>
            </a:xfrm>
          </p:grpSpPr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C53D7890-2289-B6F0-03B9-8150B1DB60E1}"/>
                  </a:ext>
                </a:extLst>
              </p:cNvPr>
              <p:cNvSpPr/>
              <p:nvPr/>
            </p:nvSpPr>
            <p:spPr>
              <a:xfrm flipH="1">
                <a:off x="6140999" y="1017000"/>
                <a:ext cx="504000" cy="504000"/>
              </a:xfrm>
              <a:prstGeom prst="arc">
                <a:avLst>
                  <a:gd name="adj1" fmla="val 16200000"/>
                  <a:gd name="adj2" fmla="val 1194789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7631A99-79A1-6C23-487B-83222D869D81}"/>
                  </a:ext>
                </a:extLst>
              </p:cNvPr>
              <p:cNvSpPr/>
              <p:nvPr/>
            </p:nvSpPr>
            <p:spPr>
              <a:xfrm>
                <a:off x="6249000" y="1125000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DA29056F-23CF-F129-3D89-848ED36CFD05}"/>
                  </a:ext>
                </a:extLst>
              </p:cNvPr>
              <p:cNvSpPr/>
              <p:nvPr/>
            </p:nvSpPr>
            <p:spPr>
              <a:xfrm flipH="1">
                <a:off x="5997000" y="873000"/>
                <a:ext cx="792000" cy="792000"/>
              </a:xfrm>
              <a:prstGeom prst="arc">
                <a:avLst>
                  <a:gd name="adj1" fmla="val 16200000"/>
                  <a:gd name="adj2" fmla="val 11857800"/>
                </a:avLst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54DD560-05C1-751C-1099-128EEF9A3C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93000" y="836997"/>
                <a:ext cx="0" cy="435789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1D793EC-431E-875E-2AC5-3229AB63906C}"/>
              </a:ext>
            </a:extLst>
          </p:cNvPr>
          <p:cNvGrpSpPr/>
          <p:nvPr/>
        </p:nvGrpSpPr>
        <p:grpSpPr>
          <a:xfrm>
            <a:off x="2793000" y="1989000"/>
            <a:ext cx="1440000" cy="1440000"/>
            <a:chOff x="633000" y="1989000"/>
            <a:chExt cx="1440000" cy="1440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E0F53D-C960-4684-B1DD-1F6ABB96E6DC}"/>
                </a:ext>
              </a:extLst>
            </p:cNvPr>
            <p:cNvSpPr/>
            <p:nvPr/>
          </p:nvSpPr>
          <p:spPr>
            <a:xfrm>
              <a:off x="63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5 KM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4" name="Graphic 3" descr="Thermometer with solid fill">
              <a:extLst>
                <a:ext uri="{FF2B5EF4-FFF2-40B4-BE49-F238E27FC236}">
                  <a16:creationId xmlns:a16="http://schemas.microsoft.com/office/drawing/2014/main" id="{25E4F585-8844-C651-ABAD-5157F90BC0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2205000"/>
              <a:ext cx="864000" cy="864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C6DD2B-357F-BEF3-42A4-BBDA82C4FB1E}"/>
              </a:ext>
            </a:extLst>
          </p:cNvPr>
          <p:cNvGrpSpPr/>
          <p:nvPr/>
        </p:nvGrpSpPr>
        <p:grpSpPr>
          <a:xfrm>
            <a:off x="2793000" y="3429000"/>
            <a:ext cx="1440000" cy="1440000"/>
            <a:chOff x="633000" y="3429000"/>
            <a:chExt cx="1440000" cy="1440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EF6891-AAA3-60CE-69E8-0CF1286F922F}"/>
                </a:ext>
              </a:extLst>
            </p:cNvPr>
            <p:cNvSpPr/>
            <p:nvPr/>
          </p:nvSpPr>
          <p:spPr>
            <a:xfrm>
              <a:off x="63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10 KM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19" name="Graphic 18" descr="Thermometer with solid fill">
              <a:extLst>
                <a:ext uri="{FF2B5EF4-FFF2-40B4-BE49-F238E27FC236}">
                  <a16:creationId xmlns:a16="http://schemas.microsoft.com/office/drawing/2014/main" id="{1572CED2-BE5E-37D4-3945-767FE34373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3645000"/>
              <a:ext cx="864000" cy="86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599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21A0-0EAF-ECB3-258C-1DFEE1D8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196BD57-6317-0B86-2F91-0EAB513904E6}"/>
              </a:ext>
            </a:extLst>
          </p:cNvPr>
          <p:cNvGrpSpPr/>
          <p:nvPr/>
        </p:nvGrpSpPr>
        <p:grpSpPr>
          <a:xfrm>
            <a:off x="633000" y="549000"/>
            <a:ext cx="1440000" cy="1440000"/>
            <a:chOff x="633000" y="549000"/>
            <a:chExt cx="1440000" cy="1440000"/>
          </a:xfrm>
        </p:grpSpPr>
        <p:pic>
          <p:nvPicPr>
            <p:cNvPr id="3" name="Graphic 2" descr="Camera with solid fill">
              <a:extLst>
                <a:ext uri="{FF2B5EF4-FFF2-40B4-BE49-F238E27FC236}">
                  <a16:creationId xmlns:a16="http://schemas.microsoft.com/office/drawing/2014/main" id="{1D06E470-9DDF-1E24-0CFE-DE15F2F973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7000" y="693000"/>
              <a:ext cx="1152000" cy="1152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1349B03-EBC3-A541-53B3-4278F3D2D0E5}"/>
                </a:ext>
              </a:extLst>
            </p:cNvPr>
            <p:cNvSpPr/>
            <p:nvPr/>
          </p:nvSpPr>
          <p:spPr>
            <a:xfrm>
              <a:off x="633000" y="54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82CC18C-C259-4053-5121-E670F92ED960}"/>
              </a:ext>
            </a:extLst>
          </p:cNvPr>
          <p:cNvGrpSpPr/>
          <p:nvPr/>
        </p:nvGrpSpPr>
        <p:grpSpPr>
          <a:xfrm>
            <a:off x="633000" y="1989000"/>
            <a:ext cx="1440000" cy="1440000"/>
            <a:chOff x="633000" y="1989000"/>
            <a:chExt cx="1440000" cy="1440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C3E4EB1-26E9-56FE-D818-2500085C78FF}"/>
                </a:ext>
              </a:extLst>
            </p:cNvPr>
            <p:cNvSpPr/>
            <p:nvPr/>
          </p:nvSpPr>
          <p:spPr>
            <a:xfrm>
              <a:off x="63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YOU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4646518-8D30-CF38-503F-7848224CE8CA}"/>
                </a:ext>
              </a:extLst>
            </p:cNvPr>
            <p:cNvGrpSpPr/>
            <p:nvPr/>
          </p:nvGrpSpPr>
          <p:grpSpPr>
            <a:xfrm>
              <a:off x="1049829" y="2241150"/>
              <a:ext cx="600073" cy="780297"/>
              <a:chOff x="1069950" y="2259600"/>
              <a:chExt cx="600073" cy="780297"/>
            </a:xfrm>
            <a:solidFill>
              <a:schemeClr val="bg1">
                <a:lumMod val="95000"/>
              </a:schemeClr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0ABC2934-2F86-91D5-C9BF-CE5BD991EB94}"/>
                  </a:ext>
                </a:extLst>
              </p:cNvPr>
              <p:cNvSpPr/>
              <p:nvPr/>
            </p:nvSpPr>
            <p:spPr>
              <a:xfrm>
                <a:off x="1155675" y="2624826"/>
                <a:ext cx="247650" cy="145751"/>
              </a:xfrm>
              <a:custGeom>
                <a:avLst/>
                <a:gdLst>
                  <a:gd name="connsiteX0" fmla="*/ 247650 w 247650"/>
                  <a:gd name="connsiteY0" fmla="*/ 145752 h 145751"/>
                  <a:gd name="connsiteX1" fmla="*/ 247650 w 247650"/>
                  <a:gd name="connsiteY1" fmla="*/ 61932 h 145751"/>
                  <a:gd name="connsiteX2" fmla="*/ 235268 w 247650"/>
                  <a:gd name="connsiteY2" fmla="*/ 37167 h 145751"/>
                  <a:gd name="connsiteX3" fmla="*/ 174898 w 247650"/>
                  <a:gd name="connsiteY3" fmla="*/ 7753 h 145751"/>
                  <a:gd name="connsiteX4" fmla="*/ 123825 w 247650"/>
                  <a:gd name="connsiteY4" fmla="*/ 0 h 145751"/>
                  <a:gd name="connsiteX5" fmla="*/ 72742 w 247650"/>
                  <a:gd name="connsiteY5" fmla="*/ 7734 h 145751"/>
                  <a:gd name="connsiteX6" fmla="*/ 12382 w 247650"/>
                  <a:gd name="connsiteY6" fmla="*/ 37147 h 145751"/>
                  <a:gd name="connsiteX7" fmla="*/ 0 w 247650"/>
                  <a:gd name="connsiteY7" fmla="*/ 61913 h 145751"/>
                  <a:gd name="connsiteX8" fmla="*/ 0 w 247650"/>
                  <a:gd name="connsiteY8" fmla="*/ 145732 h 145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650" h="145751">
                    <a:moveTo>
                      <a:pt x="247650" y="145752"/>
                    </a:moveTo>
                    <a:lnTo>
                      <a:pt x="247650" y="61932"/>
                    </a:lnTo>
                    <a:cubicBezTo>
                      <a:pt x="247445" y="52237"/>
                      <a:pt x="242900" y="43146"/>
                      <a:pt x="235268" y="37167"/>
                    </a:cubicBezTo>
                    <a:cubicBezTo>
                      <a:pt x="217317" y="23418"/>
                      <a:pt x="196787" y="13416"/>
                      <a:pt x="174898" y="7753"/>
                    </a:cubicBezTo>
                    <a:cubicBezTo>
                      <a:pt x="158345" y="2683"/>
                      <a:pt x="141137" y="71"/>
                      <a:pt x="123825" y="0"/>
                    </a:cubicBezTo>
                    <a:cubicBezTo>
                      <a:pt x="106530" y="299"/>
                      <a:pt x="89351" y="2900"/>
                      <a:pt x="72742" y="7734"/>
                    </a:cubicBezTo>
                    <a:cubicBezTo>
                      <a:pt x="51103" y="14050"/>
                      <a:pt x="30692" y="23996"/>
                      <a:pt x="12382" y="37147"/>
                    </a:cubicBezTo>
                    <a:cubicBezTo>
                      <a:pt x="4746" y="43125"/>
                      <a:pt x="201" y="52217"/>
                      <a:pt x="0" y="61913"/>
                    </a:cubicBezTo>
                    <a:lnTo>
                      <a:pt x="0" y="14573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E99E540-6F68-D14F-62CB-E1E4E67D7CE6}"/>
                  </a:ext>
                </a:extLst>
              </p:cNvPr>
              <p:cNvSpPr/>
              <p:nvPr/>
            </p:nvSpPr>
            <p:spPr>
              <a:xfrm>
                <a:off x="1208329" y="2466997"/>
                <a:ext cx="142341" cy="142341"/>
              </a:xfrm>
              <a:custGeom>
                <a:avLst/>
                <a:gdLst>
                  <a:gd name="connsiteX0" fmla="*/ 71171 w 142341"/>
                  <a:gd name="connsiteY0" fmla="*/ 0 h 142341"/>
                  <a:gd name="connsiteX1" fmla="*/ 0 w 142341"/>
                  <a:gd name="connsiteY1" fmla="*/ 71171 h 142341"/>
                  <a:gd name="connsiteX2" fmla="*/ 71171 w 142341"/>
                  <a:gd name="connsiteY2" fmla="*/ 142342 h 142341"/>
                  <a:gd name="connsiteX3" fmla="*/ 142342 w 142341"/>
                  <a:gd name="connsiteY3" fmla="*/ 71171 h 142341"/>
                  <a:gd name="connsiteX4" fmla="*/ 71171 w 142341"/>
                  <a:gd name="connsiteY4" fmla="*/ 0 h 142341"/>
                  <a:gd name="connsiteX5" fmla="*/ 71171 w 142341"/>
                  <a:gd name="connsiteY5" fmla="*/ 123625 h 142341"/>
                  <a:gd name="connsiteX6" fmla="*/ 29023 w 142341"/>
                  <a:gd name="connsiteY6" fmla="*/ 97403 h 142341"/>
                  <a:gd name="connsiteX7" fmla="*/ 113309 w 142341"/>
                  <a:gd name="connsiteY7" fmla="*/ 97403 h 142341"/>
                  <a:gd name="connsiteX8" fmla="*/ 71171 w 142341"/>
                  <a:gd name="connsiteY8" fmla="*/ 123625 h 142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341" h="142341">
                    <a:moveTo>
                      <a:pt x="71171" y="0"/>
                    </a:moveTo>
                    <a:cubicBezTo>
                      <a:pt x="31864" y="0"/>
                      <a:pt x="0" y="31864"/>
                      <a:pt x="0" y="71171"/>
                    </a:cubicBezTo>
                    <a:cubicBezTo>
                      <a:pt x="0" y="110478"/>
                      <a:pt x="31864" y="142342"/>
                      <a:pt x="71171" y="142342"/>
                    </a:cubicBezTo>
                    <a:cubicBezTo>
                      <a:pt x="110478" y="142342"/>
                      <a:pt x="142342" y="110478"/>
                      <a:pt x="142342" y="71171"/>
                    </a:cubicBezTo>
                    <a:cubicBezTo>
                      <a:pt x="142342" y="31864"/>
                      <a:pt x="110478" y="0"/>
                      <a:pt x="71171" y="0"/>
                    </a:cubicBezTo>
                    <a:close/>
                    <a:moveTo>
                      <a:pt x="71171" y="123625"/>
                    </a:moveTo>
                    <a:cubicBezTo>
                      <a:pt x="53270" y="123640"/>
                      <a:pt x="36920" y="113468"/>
                      <a:pt x="29023" y="97403"/>
                    </a:cubicBezTo>
                    <a:lnTo>
                      <a:pt x="113309" y="97403"/>
                    </a:lnTo>
                    <a:cubicBezTo>
                      <a:pt x="105420" y="113469"/>
                      <a:pt x="89070" y="123643"/>
                      <a:pt x="71171" y="123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11D2FF2-36D2-BF19-0F5E-C45171BB018D}"/>
                  </a:ext>
                </a:extLst>
              </p:cNvPr>
              <p:cNvSpPr/>
              <p:nvPr/>
            </p:nvSpPr>
            <p:spPr>
              <a:xfrm>
                <a:off x="1069950" y="2259600"/>
                <a:ext cx="419100" cy="704850"/>
              </a:xfrm>
              <a:custGeom>
                <a:avLst/>
                <a:gdLst>
                  <a:gd name="connsiteX0" fmla="*/ 381000 w 419100"/>
                  <a:gd name="connsiteY0" fmla="*/ 337185 h 704850"/>
                  <a:gd name="connsiteX1" fmla="*/ 381000 w 419100"/>
                  <a:gd name="connsiteY1" fmla="*/ 600075 h 704850"/>
                  <a:gd name="connsiteX2" fmla="*/ 38100 w 419100"/>
                  <a:gd name="connsiteY2" fmla="*/ 600075 h 704850"/>
                  <a:gd name="connsiteX3" fmla="*/ 38100 w 419100"/>
                  <a:gd name="connsiteY3" fmla="*/ 104775 h 704850"/>
                  <a:gd name="connsiteX4" fmla="*/ 381000 w 419100"/>
                  <a:gd name="connsiteY4" fmla="*/ 104775 h 704850"/>
                  <a:gd name="connsiteX5" fmla="*/ 381000 w 419100"/>
                  <a:gd name="connsiteY5" fmla="*/ 215903 h 704850"/>
                  <a:gd name="connsiteX6" fmla="*/ 384191 w 419100"/>
                  <a:gd name="connsiteY6" fmla="*/ 213741 h 704850"/>
                  <a:gd name="connsiteX7" fmla="*/ 418671 w 419100"/>
                  <a:gd name="connsiteY7" fmla="*/ 204102 h 704850"/>
                  <a:gd name="connsiteX8" fmla="*/ 419100 w 419100"/>
                  <a:gd name="connsiteY8" fmla="*/ 204102 h 704850"/>
                  <a:gd name="connsiteX9" fmla="*/ 419100 w 419100"/>
                  <a:gd name="connsiteY9" fmla="*/ 38100 h 704850"/>
                  <a:gd name="connsiteX10" fmla="*/ 381000 w 419100"/>
                  <a:gd name="connsiteY10" fmla="*/ 0 h 704850"/>
                  <a:gd name="connsiteX11" fmla="*/ 38100 w 419100"/>
                  <a:gd name="connsiteY11" fmla="*/ 0 h 704850"/>
                  <a:gd name="connsiteX12" fmla="*/ 0 w 419100"/>
                  <a:gd name="connsiteY12" fmla="*/ 38100 h 704850"/>
                  <a:gd name="connsiteX13" fmla="*/ 0 w 419100"/>
                  <a:gd name="connsiteY13" fmla="*/ 666750 h 704850"/>
                  <a:gd name="connsiteX14" fmla="*/ 38100 w 419100"/>
                  <a:gd name="connsiteY14" fmla="*/ 704850 h 704850"/>
                  <a:gd name="connsiteX15" fmla="*/ 381000 w 419100"/>
                  <a:gd name="connsiteY15" fmla="*/ 704850 h 704850"/>
                  <a:gd name="connsiteX16" fmla="*/ 419100 w 419100"/>
                  <a:gd name="connsiteY16" fmla="*/ 666750 h 704850"/>
                  <a:gd name="connsiteX17" fmla="*/ 419100 w 419100"/>
                  <a:gd name="connsiteY17" fmla="*/ 400050 h 704850"/>
                  <a:gd name="connsiteX18" fmla="*/ 176213 w 419100"/>
                  <a:gd name="connsiteY18" fmla="*/ 38100 h 704850"/>
                  <a:gd name="connsiteX19" fmla="*/ 242888 w 419100"/>
                  <a:gd name="connsiteY19" fmla="*/ 38100 h 704850"/>
                  <a:gd name="connsiteX20" fmla="*/ 257175 w 419100"/>
                  <a:gd name="connsiteY20" fmla="*/ 52388 h 704850"/>
                  <a:gd name="connsiteX21" fmla="*/ 242888 w 419100"/>
                  <a:gd name="connsiteY21" fmla="*/ 66675 h 704850"/>
                  <a:gd name="connsiteX22" fmla="*/ 176213 w 419100"/>
                  <a:gd name="connsiteY22" fmla="*/ 66675 h 704850"/>
                  <a:gd name="connsiteX23" fmla="*/ 161925 w 419100"/>
                  <a:gd name="connsiteY23" fmla="*/ 52388 h 704850"/>
                  <a:gd name="connsiteX24" fmla="*/ 176213 w 419100"/>
                  <a:gd name="connsiteY24" fmla="*/ 38100 h 704850"/>
                  <a:gd name="connsiteX25" fmla="*/ 128588 w 419100"/>
                  <a:gd name="connsiteY25" fmla="*/ 38100 h 704850"/>
                  <a:gd name="connsiteX26" fmla="*/ 142875 w 419100"/>
                  <a:gd name="connsiteY26" fmla="*/ 52388 h 704850"/>
                  <a:gd name="connsiteX27" fmla="*/ 128588 w 419100"/>
                  <a:gd name="connsiteY27" fmla="*/ 66675 h 704850"/>
                  <a:gd name="connsiteX28" fmla="*/ 114300 w 419100"/>
                  <a:gd name="connsiteY28" fmla="*/ 52388 h 704850"/>
                  <a:gd name="connsiteX29" fmla="*/ 128588 w 419100"/>
                  <a:gd name="connsiteY29" fmla="*/ 3810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19100" h="704850">
                    <a:moveTo>
                      <a:pt x="381000" y="337185"/>
                    </a:moveTo>
                    <a:lnTo>
                      <a:pt x="381000" y="600075"/>
                    </a:lnTo>
                    <a:lnTo>
                      <a:pt x="38100" y="600075"/>
                    </a:lnTo>
                    <a:lnTo>
                      <a:pt x="38100" y="104775"/>
                    </a:lnTo>
                    <a:lnTo>
                      <a:pt x="381000" y="104775"/>
                    </a:lnTo>
                    <a:lnTo>
                      <a:pt x="381000" y="215903"/>
                    </a:lnTo>
                    <a:cubicBezTo>
                      <a:pt x="382057" y="215170"/>
                      <a:pt x="383086" y="214408"/>
                      <a:pt x="384191" y="213741"/>
                    </a:cubicBezTo>
                    <a:cubicBezTo>
                      <a:pt x="394589" y="207442"/>
                      <a:pt x="406514" y="204108"/>
                      <a:pt x="418671" y="204102"/>
                    </a:cubicBezTo>
                    <a:lnTo>
                      <a:pt x="419100" y="204102"/>
                    </a:lnTo>
                    <a:lnTo>
                      <a:pt x="419100" y="38100"/>
                    </a:lnTo>
                    <a:cubicBezTo>
                      <a:pt x="419037" y="17084"/>
                      <a:pt x="402016" y="63"/>
                      <a:pt x="381000" y="0"/>
                    </a:cubicBezTo>
                    <a:lnTo>
                      <a:pt x="38100" y="0"/>
                    </a:lnTo>
                    <a:cubicBezTo>
                      <a:pt x="17084" y="63"/>
                      <a:pt x="63" y="17084"/>
                      <a:pt x="0" y="38100"/>
                    </a:cubicBezTo>
                    <a:lnTo>
                      <a:pt x="0" y="666750"/>
                    </a:lnTo>
                    <a:cubicBezTo>
                      <a:pt x="63" y="687766"/>
                      <a:pt x="17084" y="704787"/>
                      <a:pt x="38100" y="704850"/>
                    </a:cubicBezTo>
                    <a:lnTo>
                      <a:pt x="381000" y="704850"/>
                    </a:lnTo>
                    <a:cubicBezTo>
                      <a:pt x="402016" y="704787"/>
                      <a:pt x="419037" y="687766"/>
                      <a:pt x="419100" y="666750"/>
                    </a:cubicBezTo>
                    <a:lnTo>
                      <a:pt x="419100" y="400050"/>
                    </a:lnTo>
                    <a:close/>
                    <a:moveTo>
                      <a:pt x="176213" y="38100"/>
                    </a:moveTo>
                    <a:lnTo>
                      <a:pt x="242888" y="38100"/>
                    </a:lnTo>
                    <a:cubicBezTo>
                      <a:pt x="250778" y="38100"/>
                      <a:pt x="257175" y="44497"/>
                      <a:pt x="257175" y="52388"/>
                    </a:cubicBezTo>
                    <a:cubicBezTo>
                      <a:pt x="257175" y="60278"/>
                      <a:pt x="250778" y="66675"/>
                      <a:pt x="242888" y="66675"/>
                    </a:cubicBezTo>
                    <a:lnTo>
                      <a:pt x="176213" y="66675"/>
                    </a:lnTo>
                    <a:cubicBezTo>
                      <a:pt x="168322" y="66675"/>
                      <a:pt x="161925" y="60278"/>
                      <a:pt x="161925" y="52388"/>
                    </a:cubicBezTo>
                    <a:cubicBezTo>
                      <a:pt x="161925" y="44497"/>
                      <a:pt x="168322" y="38100"/>
                      <a:pt x="176213" y="38100"/>
                    </a:cubicBezTo>
                    <a:close/>
                    <a:moveTo>
                      <a:pt x="128588" y="38100"/>
                    </a:moveTo>
                    <a:cubicBezTo>
                      <a:pt x="136478" y="38100"/>
                      <a:pt x="142875" y="44497"/>
                      <a:pt x="142875" y="52388"/>
                    </a:cubicBezTo>
                    <a:cubicBezTo>
                      <a:pt x="142875" y="60278"/>
                      <a:pt x="136478" y="66675"/>
                      <a:pt x="128588" y="66675"/>
                    </a:cubicBezTo>
                    <a:cubicBezTo>
                      <a:pt x="120697" y="66675"/>
                      <a:pt x="114300" y="60278"/>
                      <a:pt x="114300" y="52388"/>
                    </a:cubicBezTo>
                    <a:cubicBezTo>
                      <a:pt x="114300" y="44497"/>
                      <a:pt x="120697" y="38100"/>
                      <a:pt x="128588" y="381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2CEB41C-1CEE-DA82-173F-3E05361BBAA5}"/>
                  </a:ext>
                </a:extLst>
              </p:cNvPr>
              <p:cNvSpPr/>
              <p:nvPr/>
            </p:nvSpPr>
            <p:spPr>
              <a:xfrm>
                <a:off x="1443330" y="2492277"/>
                <a:ext cx="226693" cy="547620"/>
              </a:xfrm>
              <a:custGeom>
                <a:avLst/>
                <a:gdLst>
                  <a:gd name="connsiteX0" fmla="*/ 74295 w 226693"/>
                  <a:gd name="connsiteY0" fmla="*/ 186423 h 547620"/>
                  <a:gd name="connsiteX1" fmla="*/ 74295 w 226693"/>
                  <a:gd name="connsiteY1" fmla="*/ 434073 h 547620"/>
                  <a:gd name="connsiteX2" fmla="*/ 7620 w 226693"/>
                  <a:gd name="connsiteY2" fmla="*/ 500748 h 547620"/>
                  <a:gd name="connsiteX3" fmla="*/ 0 w 226693"/>
                  <a:gd name="connsiteY3" fmla="*/ 499652 h 547620"/>
                  <a:gd name="connsiteX4" fmla="*/ 57150 w 226693"/>
                  <a:gd name="connsiteY4" fmla="*/ 540524 h 547620"/>
                  <a:gd name="connsiteX5" fmla="*/ 105566 w 226693"/>
                  <a:gd name="connsiteY5" fmla="*/ 537114 h 547620"/>
                  <a:gd name="connsiteX6" fmla="*/ 214865 w 226693"/>
                  <a:gd name="connsiteY6" fmla="*/ 433120 h 547620"/>
                  <a:gd name="connsiteX7" fmla="*/ 220151 w 226693"/>
                  <a:gd name="connsiteY7" fmla="*/ 384181 h 547620"/>
                  <a:gd name="connsiteX8" fmla="*/ 181537 w 226693"/>
                  <a:gd name="connsiteY8" fmla="*/ 327097 h 547620"/>
                  <a:gd name="connsiteX9" fmla="*/ 181537 w 226693"/>
                  <a:gd name="connsiteY9" fmla="*/ 326878 h 547620"/>
                  <a:gd name="connsiteX10" fmla="*/ 142580 w 226693"/>
                  <a:gd name="connsiteY10" fmla="*/ 129520 h 547620"/>
                  <a:gd name="connsiteX11" fmla="*/ 139436 w 226693"/>
                  <a:gd name="connsiteY11" fmla="*/ 120490 h 547620"/>
                  <a:gd name="connsiteX12" fmla="*/ 136579 w 226693"/>
                  <a:gd name="connsiteY12" fmla="*/ 114556 h 547620"/>
                  <a:gd name="connsiteX13" fmla="*/ 78324 w 226693"/>
                  <a:gd name="connsiteY13" fmla="*/ 18382 h 547620"/>
                  <a:gd name="connsiteX14" fmla="*/ 25998 w 226693"/>
                  <a:gd name="connsiteY14" fmla="*/ 5509 h 547620"/>
                  <a:gd name="connsiteX15" fmla="*/ 13125 w 226693"/>
                  <a:gd name="connsiteY15" fmla="*/ 57835 h 547620"/>
                  <a:gd name="connsiteX16" fmla="*/ 68913 w 226693"/>
                  <a:gd name="connsiteY16" fmla="*/ 149875 h 547620"/>
                  <a:gd name="connsiteX17" fmla="*/ 74505 w 226693"/>
                  <a:gd name="connsiteY17" fmla="*/ 178221 h 547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693" h="547620">
                    <a:moveTo>
                      <a:pt x="74295" y="186423"/>
                    </a:moveTo>
                    <a:lnTo>
                      <a:pt x="74295" y="434073"/>
                    </a:lnTo>
                    <a:cubicBezTo>
                      <a:pt x="74253" y="470879"/>
                      <a:pt x="44427" y="500706"/>
                      <a:pt x="7620" y="500748"/>
                    </a:cubicBezTo>
                    <a:lnTo>
                      <a:pt x="0" y="499652"/>
                    </a:lnTo>
                    <a:lnTo>
                      <a:pt x="57150" y="540524"/>
                    </a:lnTo>
                    <a:cubicBezTo>
                      <a:pt x="72019" y="551143"/>
                      <a:pt x="92332" y="549713"/>
                      <a:pt x="105566" y="537114"/>
                    </a:cubicBezTo>
                    <a:lnTo>
                      <a:pt x="214865" y="433120"/>
                    </a:lnTo>
                    <a:cubicBezTo>
                      <a:pt x="228343" y="420287"/>
                      <a:pt x="230578" y="399596"/>
                      <a:pt x="220151" y="384181"/>
                    </a:cubicBezTo>
                    <a:lnTo>
                      <a:pt x="181537" y="327097"/>
                    </a:lnTo>
                    <a:lnTo>
                      <a:pt x="181537" y="326878"/>
                    </a:lnTo>
                    <a:lnTo>
                      <a:pt x="142580" y="129520"/>
                    </a:lnTo>
                    <a:cubicBezTo>
                      <a:pt x="141919" y="126389"/>
                      <a:pt x="140862" y="123356"/>
                      <a:pt x="139436" y="120490"/>
                    </a:cubicBezTo>
                    <a:cubicBezTo>
                      <a:pt x="138662" y="118431"/>
                      <a:pt x="137706" y="116445"/>
                      <a:pt x="136579" y="114556"/>
                    </a:cubicBezTo>
                    <a:lnTo>
                      <a:pt x="78324" y="18382"/>
                    </a:lnTo>
                    <a:cubicBezTo>
                      <a:pt x="67429" y="378"/>
                      <a:pt x="44003" y="-5385"/>
                      <a:pt x="25998" y="5509"/>
                    </a:cubicBezTo>
                    <a:cubicBezTo>
                      <a:pt x="7994" y="16404"/>
                      <a:pt x="2231" y="39831"/>
                      <a:pt x="13125" y="57835"/>
                    </a:cubicBezTo>
                    <a:lnTo>
                      <a:pt x="68913" y="149875"/>
                    </a:lnTo>
                    <a:lnTo>
                      <a:pt x="74505" y="1782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C571E21-F242-E3AC-05C2-0E2DB8DA302C}"/>
              </a:ext>
            </a:extLst>
          </p:cNvPr>
          <p:cNvGrpSpPr/>
          <p:nvPr/>
        </p:nvGrpSpPr>
        <p:grpSpPr>
          <a:xfrm>
            <a:off x="633000" y="3429000"/>
            <a:ext cx="1440000" cy="1440000"/>
            <a:chOff x="633000" y="3429000"/>
            <a:chExt cx="1440000" cy="1440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2EAF377-1461-39AB-3A68-BC3B24D54FAD}"/>
                </a:ext>
              </a:extLst>
            </p:cNvPr>
            <p:cNvSpPr/>
            <p:nvPr/>
          </p:nvSpPr>
          <p:spPr>
            <a:xfrm>
              <a:off x="63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SKY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grpSp>
          <p:nvGrpSpPr>
            <p:cNvPr id="77" name="Graphic 75" descr="Partial sun with solid fill">
              <a:extLst>
                <a:ext uri="{FF2B5EF4-FFF2-40B4-BE49-F238E27FC236}">
                  <a16:creationId xmlns:a16="http://schemas.microsoft.com/office/drawing/2014/main" id="{BAB49E27-80C5-2B55-AF6A-B367A8C6A472}"/>
                </a:ext>
              </a:extLst>
            </p:cNvPr>
            <p:cNvGrpSpPr/>
            <p:nvPr/>
          </p:nvGrpSpPr>
          <p:grpSpPr>
            <a:xfrm>
              <a:off x="954717" y="3688783"/>
              <a:ext cx="796565" cy="714375"/>
              <a:chOff x="979779" y="3766612"/>
              <a:chExt cx="796565" cy="714375"/>
            </a:xfrm>
            <a:solidFill>
              <a:schemeClr val="bg1">
                <a:lumMod val="95000"/>
              </a:schemeClr>
            </a:solidFill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79062A1-F497-E19A-037D-82F33E28A217}"/>
                  </a:ext>
                </a:extLst>
              </p:cNvPr>
              <p:cNvSpPr/>
              <p:nvPr/>
            </p:nvSpPr>
            <p:spPr>
              <a:xfrm>
                <a:off x="1462020" y="3766612"/>
                <a:ext cx="38100" cy="114300"/>
              </a:xfrm>
              <a:custGeom>
                <a:avLst/>
                <a:gdLst>
                  <a:gd name="connsiteX0" fmla="*/ 0 w 38100"/>
                  <a:gd name="connsiteY0" fmla="*/ 0 h 114300"/>
                  <a:gd name="connsiteX1" fmla="*/ 38100 w 38100"/>
                  <a:gd name="connsiteY1" fmla="*/ 0 h 114300"/>
                  <a:gd name="connsiteX2" fmla="*/ 38100 w 38100"/>
                  <a:gd name="connsiteY2" fmla="*/ 114300 h 114300"/>
                  <a:gd name="connsiteX3" fmla="*/ 0 w 38100"/>
                  <a:gd name="connsiteY3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1143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114300"/>
                    </a:lnTo>
                    <a:lnTo>
                      <a:pt x="0" y="1143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6F61AA49-43C6-4A01-48C9-0AC32C8914C1}"/>
                  </a:ext>
                </a:extLst>
              </p:cNvPr>
              <p:cNvSpPr/>
              <p:nvPr/>
            </p:nvSpPr>
            <p:spPr>
              <a:xfrm rot="8100000">
                <a:off x="1592930" y="3874437"/>
                <a:ext cx="114298" cy="38099"/>
              </a:xfrm>
              <a:custGeom>
                <a:avLst/>
                <a:gdLst>
                  <a:gd name="connsiteX0" fmla="*/ 0 w 114298"/>
                  <a:gd name="connsiteY0" fmla="*/ 0 h 38099"/>
                  <a:gd name="connsiteX1" fmla="*/ 114299 w 114298"/>
                  <a:gd name="connsiteY1" fmla="*/ 0 h 38099"/>
                  <a:gd name="connsiteX2" fmla="*/ 114299 w 114298"/>
                  <a:gd name="connsiteY2" fmla="*/ 38100 h 38099"/>
                  <a:gd name="connsiteX3" fmla="*/ 0 w 114298"/>
                  <a:gd name="connsiteY3" fmla="*/ 38100 h 38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298" h="38099">
                    <a:moveTo>
                      <a:pt x="0" y="0"/>
                    </a:moveTo>
                    <a:lnTo>
                      <a:pt x="114299" y="0"/>
                    </a:lnTo>
                    <a:lnTo>
                      <a:pt x="114299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FAAC79D-649F-E03D-5735-857C427954C0}"/>
                  </a:ext>
                </a:extLst>
              </p:cNvPr>
              <p:cNvSpPr/>
              <p:nvPr/>
            </p:nvSpPr>
            <p:spPr>
              <a:xfrm>
                <a:off x="1662045" y="4042837"/>
                <a:ext cx="114300" cy="38100"/>
              </a:xfrm>
              <a:custGeom>
                <a:avLst/>
                <a:gdLst>
                  <a:gd name="connsiteX0" fmla="*/ 0 w 114300"/>
                  <a:gd name="connsiteY0" fmla="*/ 0 h 38100"/>
                  <a:gd name="connsiteX1" fmla="*/ 114300 w 114300"/>
                  <a:gd name="connsiteY1" fmla="*/ 0 h 38100"/>
                  <a:gd name="connsiteX2" fmla="*/ 114300 w 114300"/>
                  <a:gd name="connsiteY2" fmla="*/ 38100 h 38100"/>
                  <a:gd name="connsiteX3" fmla="*/ 0 w 1143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300" h="381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D7F8A8B7-5913-2268-C937-B383CE91FCB1}"/>
                  </a:ext>
                </a:extLst>
              </p:cNvPr>
              <p:cNvSpPr/>
              <p:nvPr/>
            </p:nvSpPr>
            <p:spPr>
              <a:xfrm rot="8100000">
                <a:off x="1630836" y="4172903"/>
                <a:ext cx="38099" cy="114298"/>
              </a:xfrm>
              <a:custGeom>
                <a:avLst/>
                <a:gdLst>
                  <a:gd name="connsiteX0" fmla="*/ 0 w 38099"/>
                  <a:gd name="connsiteY0" fmla="*/ 0 h 114298"/>
                  <a:gd name="connsiteX1" fmla="*/ 38100 w 38099"/>
                  <a:gd name="connsiteY1" fmla="*/ 0 h 114298"/>
                  <a:gd name="connsiteX2" fmla="*/ 38100 w 38099"/>
                  <a:gd name="connsiteY2" fmla="*/ 114299 h 114298"/>
                  <a:gd name="connsiteX3" fmla="*/ 0 w 38099"/>
                  <a:gd name="connsiteY3" fmla="*/ 114299 h 11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99" h="114298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114299"/>
                    </a:lnTo>
                    <a:lnTo>
                      <a:pt x="0" y="11429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9E8C3BD-82B4-01ED-8C52-E6C0D2CF7B7B}"/>
                  </a:ext>
                </a:extLst>
              </p:cNvPr>
              <p:cNvSpPr/>
              <p:nvPr/>
            </p:nvSpPr>
            <p:spPr>
              <a:xfrm>
                <a:off x="1185795" y="4042837"/>
                <a:ext cx="114299" cy="38100"/>
              </a:xfrm>
              <a:custGeom>
                <a:avLst/>
                <a:gdLst>
                  <a:gd name="connsiteX0" fmla="*/ 0 w 114299"/>
                  <a:gd name="connsiteY0" fmla="*/ 0 h 38100"/>
                  <a:gd name="connsiteX1" fmla="*/ 114300 w 114299"/>
                  <a:gd name="connsiteY1" fmla="*/ 0 h 38100"/>
                  <a:gd name="connsiteX2" fmla="*/ 114300 w 114299"/>
                  <a:gd name="connsiteY2" fmla="*/ 38100 h 38100"/>
                  <a:gd name="connsiteX3" fmla="*/ 0 w 114299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299" h="381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5239426-F931-07ED-A1FD-1B7E7D5870C7}"/>
                  </a:ext>
                </a:extLst>
              </p:cNvPr>
              <p:cNvSpPr/>
              <p:nvPr/>
            </p:nvSpPr>
            <p:spPr>
              <a:xfrm rot="8100000">
                <a:off x="1293784" y="3836819"/>
                <a:ext cx="38099" cy="114298"/>
              </a:xfrm>
              <a:custGeom>
                <a:avLst/>
                <a:gdLst>
                  <a:gd name="connsiteX0" fmla="*/ 0 w 38099"/>
                  <a:gd name="connsiteY0" fmla="*/ 0 h 114298"/>
                  <a:gd name="connsiteX1" fmla="*/ 38100 w 38099"/>
                  <a:gd name="connsiteY1" fmla="*/ 0 h 114298"/>
                  <a:gd name="connsiteX2" fmla="*/ 38100 w 38099"/>
                  <a:gd name="connsiteY2" fmla="*/ 114299 h 114298"/>
                  <a:gd name="connsiteX3" fmla="*/ 0 w 38099"/>
                  <a:gd name="connsiteY3" fmla="*/ 114299 h 11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99" h="114298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114299"/>
                    </a:lnTo>
                    <a:lnTo>
                      <a:pt x="0" y="11429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7277C017-3851-B1F3-7F73-07E85A9D2656}"/>
                  </a:ext>
                </a:extLst>
              </p:cNvPr>
              <p:cNvSpPr/>
              <p:nvPr/>
            </p:nvSpPr>
            <p:spPr>
              <a:xfrm>
                <a:off x="979779" y="4118776"/>
                <a:ext cx="651850" cy="362210"/>
              </a:xfrm>
              <a:custGeom>
                <a:avLst/>
                <a:gdLst>
                  <a:gd name="connsiteX0" fmla="*/ 558440 w 651850"/>
                  <a:gd name="connsiteY0" fmla="*/ 181236 h 362210"/>
                  <a:gd name="connsiteX1" fmla="*/ 544153 w 651850"/>
                  <a:gd name="connsiteY1" fmla="*/ 182188 h 362210"/>
                  <a:gd name="connsiteX2" fmla="*/ 544153 w 651850"/>
                  <a:gd name="connsiteY2" fmla="*/ 181236 h 362210"/>
                  <a:gd name="connsiteX3" fmla="*/ 496528 w 651850"/>
                  <a:gd name="connsiteY3" fmla="*/ 88843 h 362210"/>
                  <a:gd name="connsiteX4" fmla="*/ 393658 w 651850"/>
                  <a:gd name="connsiteY4" fmla="*/ 72651 h 362210"/>
                  <a:gd name="connsiteX5" fmla="*/ 239353 w 651850"/>
                  <a:gd name="connsiteY5" fmla="*/ 4071 h 362210"/>
                  <a:gd name="connsiteX6" fmla="*/ 133625 w 651850"/>
                  <a:gd name="connsiteY6" fmla="*/ 135516 h 362210"/>
                  <a:gd name="connsiteX7" fmla="*/ 24088 w 651850"/>
                  <a:gd name="connsiteY7" fmla="*/ 176473 h 362210"/>
                  <a:gd name="connsiteX8" fmla="*/ 9800 w 651850"/>
                  <a:gd name="connsiteY8" fmla="*/ 293631 h 362210"/>
                  <a:gd name="connsiteX9" fmla="*/ 106955 w 651850"/>
                  <a:gd name="connsiteY9" fmla="*/ 361258 h 362210"/>
                  <a:gd name="connsiteX10" fmla="*/ 564155 w 651850"/>
                  <a:gd name="connsiteY10" fmla="*/ 362211 h 362210"/>
                  <a:gd name="connsiteX11" fmla="*/ 651785 w 651850"/>
                  <a:gd name="connsiteY11" fmla="*/ 268866 h 362210"/>
                  <a:gd name="connsiteX12" fmla="*/ 558440 w 651850"/>
                  <a:gd name="connsiteY12" fmla="*/ 181236 h 362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51850" h="362210">
                    <a:moveTo>
                      <a:pt x="558440" y="181236"/>
                    </a:moveTo>
                    <a:cubicBezTo>
                      <a:pt x="553678" y="181236"/>
                      <a:pt x="548915" y="181236"/>
                      <a:pt x="544153" y="182188"/>
                    </a:cubicBezTo>
                    <a:cubicBezTo>
                      <a:pt x="544153" y="182188"/>
                      <a:pt x="544153" y="181236"/>
                      <a:pt x="544153" y="181236"/>
                    </a:cubicBezTo>
                    <a:cubicBezTo>
                      <a:pt x="544153" y="145041"/>
                      <a:pt x="527008" y="109798"/>
                      <a:pt x="496528" y="88843"/>
                    </a:cubicBezTo>
                    <a:cubicBezTo>
                      <a:pt x="467000" y="66936"/>
                      <a:pt x="428900" y="61221"/>
                      <a:pt x="393658" y="72651"/>
                    </a:cubicBezTo>
                    <a:cubicBezTo>
                      <a:pt x="364130" y="17406"/>
                      <a:pt x="300313" y="-11169"/>
                      <a:pt x="239353" y="4071"/>
                    </a:cubicBezTo>
                    <a:cubicBezTo>
                      <a:pt x="178393" y="18358"/>
                      <a:pt x="135530" y="72651"/>
                      <a:pt x="133625" y="135516"/>
                    </a:cubicBezTo>
                    <a:cubicBezTo>
                      <a:pt x="93620" y="127896"/>
                      <a:pt x="50758" y="143136"/>
                      <a:pt x="24088" y="176473"/>
                    </a:cubicBezTo>
                    <a:cubicBezTo>
                      <a:pt x="-1630" y="209811"/>
                      <a:pt x="-7345" y="255531"/>
                      <a:pt x="9800" y="293631"/>
                    </a:cubicBezTo>
                    <a:cubicBezTo>
                      <a:pt x="26945" y="332683"/>
                      <a:pt x="64093" y="358401"/>
                      <a:pt x="106955" y="361258"/>
                    </a:cubicBezTo>
                    <a:lnTo>
                      <a:pt x="564155" y="362211"/>
                    </a:lnTo>
                    <a:cubicBezTo>
                      <a:pt x="613685" y="361258"/>
                      <a:pt x="653690" y="319348"/>
                      <a:pt x="651785" y="268866"/>
                    </a:cubicBezTo>
                    <a:cubicBezTo>
                      <a:pt x="650833" y="219336"/>
                      <a:pt x="608923" y="180283"/>
                      <a:pt x="558440" y="1812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1BD77519-2D08-3639-B426-7CCC078F8303}"/>
                  </a:ext>
                </a:extLst>
              </p:cNvPr>
              <p:cNvSpPr/>
              <p:nvPr/>
            </p:nvSpPr>
            <p:spPr>
              <a:xfrm>
                <a:off x="1338523" y="3918463"/>
                <a:ext cx="284955" cy="279631"/>
              </a:xfrm>
              <a:custGeom>
                <a:avLst/>
                <a:gdLst>
                  <a:gd name="connsiteX0" fmla="*/ 7291 w 284955"/>
                  <a:gd name="connsiteY0" fmla="*/ 189144 h 279631"/>
                  <a:gd name="connsiteX1" fmla="*/ 53011 w 284955"/>
                  <a:gd name="connsiteY1" fmla="*/ 230102 h 279631"/>
                  <a:gd name="connsiteX2" fmla="*/ 184456 w 284955"/>
                  <a:gd name="connsiteY2" fmla="*/ 279632 h 279631"/>
                  <a:gd name="connsiteX3" fmla="*/ 284469 w 284955"/>
                  <a:gd name="connsiteY3" fmla="*/ 155807 h 279631"/>
                  <a:gd name="connsiteX4" fmla="*/ 207316 w 284955"/>
                  <a:gd name="connsiteY4" fmla="*/ 15789 h 279631"/>
                  <a:gd name="connsiteX5" fmla="*/ 49201 w 284955"/>
                  <a:gd name="connsiteY5" fmla="*/ 34839 h 279631"/>
                  <a:gd name="connsiteX6" fmla="*/ 7291 w 284955"/>
                  <a:gd name="connsiteY6" fmla="*/ 189144 h 279631"/>
                  <a:gd name="connsiteX7" fmla="*/ 7291 w 284955"/>
                  <a:gd name="connsiteY7" fmla="*/ 189144 h 279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4955" h="279631">
                    <a:moveTo>
                      <a:pt x="7291" y="189144"/>
                    </a:moveTo>
                    <a:cubicBezTo>
                      <a:pt x="24436" y="199622"/>
                      <a:pt x="40629" y="213909"/>
                      <a:pt x="53011" y="230102"/>
                    </a:cubicBezTo>
                    <a:cubicBezTo>
                      <a:pt x="102541" y="224387"/>
                      <a:pt x="151119" y="242484"/>
                      <a:pt x="184456" y="279632"/>
                    </a:cubicBezTo>
                    <a:cubicBezTo>
                      <a:pt x="239701" y="262487"/>
                      <a:pt x="279706" y="213909"/>
                      <a:pt x="284469" y="155807"/>
                    </a:cubicBezTo>
                    <a:cubicBezTo>
                      <a:pt x="289231" y="97704"/>
                      <a:pt x="258751" y="42459"/>
                      <a:pt x="207316" y="15789"/>
                    </a:cubicBezTo>
                    <a:cubicBezTo>
                      <a:pt x="155881" y="-10881"/>
                      <a:pt x="93016" y="-3261"/>
                      <a:pt x="49201" y="34839"/>
                    </a:cubicBezTo>
                    <a:cubicBezTo>
                      <a:pt x="5386" y="72939"/>
                      <a:pt x="-10806" y="133899"/>
                      <a:pt x="7291" y="189144"/>
                    </a:cubicBezTo>
                    <a:lnTo>
                      <a:pt x="7291" y="18914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EDB56F1-C85A-9980-BB64-6AB986911223}"/>
              </a:ext>
            </a:extLst>
          </p:cNvPr>
          <p:cNvGrpSpPr/>
          <p:nvPr/>
        </p:nvGrpSpPr>
        <p:grpSpPr>
          <a:xfrm>
            <a:off x="2073000" y="3429000"/>
            <a:ext cx="1440000" cy="1440000"/>
            <a:chOff x="2073000" y="3429000"/>
            <a:chExt cx="1440000" cy="1440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DB0CA2-D071-B078-B269-E0663BB0101D}"/>
                </a:ext>
              </a:extLst>
            </p:cNvPr>
            <p:cNvSpPr/>
            <p:nvPr/>
          </p:nvSpPr>
          <p:spPr>
            <a:xfrm>
              <a:off x="2073000" y="342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TALLEST</a:t>
              </a: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STRUCTURE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sp>
          <p:nvSpPr>
            <p:cNvPr id="96" name="Graphic 94" descr="Windmill with solid fill">
              <a:extLst>
                <a:ext uri="{FF2B5EF4-FFF2-40B4-BE49-F238E27FC236}">
                  <a16:creationId xmlns:a16="http://schemas.microsoft.com/office/drawing/2014/main" id="{E3ABED91-2989-156B-E124-3D07E04FB05F}"/>
                </a:ext>
              </a:extLst>
            </p:cNvPr>
            <p:cNvSpPr/>
            <p:nvPr/>
          </p:nvSpPr>
          <p:spPr>
            <a:xfrm>
              <a:off x="2473618" y="3614364"/>
              <a:ext cx="633852" cy="788794"/>
            </a:xfrm>
            <a:custGeom>
              <a:avLst/>
              <a:gdLst>
                <a:gd name="connsiteX0" fmla="*/ 400050 w 685800"/>
                <a:gd name="connsiteY0" fmla="*/ 796290 h 853439"/>
                <a:gd name="connsiteX1" fmla="*/ 285750 w 685800"/>
                <a:gd name="connsiteY1" fmla="*/ 796290 h 853439"/>
                <a:gd name="connsiteX2" fmla="*/ 285750 w 685800"/>
                <a:gd name="connsiteY2" fmla="*/ 664845 h 853439"/>
                <a:gd name="connsiteX3" fmla="*/ 342900 w 685800"/>
                <a:gd name="connsiteY3" fmla="*/ 607695 h 853439"/>
                <a:gd name="connsiteX4" fmla="*/ 400050 w 685800"/>
                <a:gd name="connsiteY4" fmla="*/ 664845 h 853439"/>
                <a:gd name="connsiteX5" fmla="*/ 400050 w 685800"/>
                <a:gd name="connsiteY5" fmla="*/ 796290 h 853439"/>
                <a:gd name="connsiteX6" fmla="*/ 342900 w 685800"/>
                <a:gd name="connsiteY6" fmla="*/ 291465 h 853439"/>
                <a:gd name="connsiteX7" fmla="*/ 390525 w 685800"/>
                <a:gd name="connsiteY7" fmla="*/ 339090 h 853439"/>
                <a:gd name="connsiteX8" fmla="*/ 342900 w 685800"/>
                <a:gd name="connsiteY8" fmla="*/ 386715 h 853439"/>
                <a:gd name="connsiteX9" fmla="*/ 295275 w 685800"/>
                <a:gd name="connsiteY9" fmla="*/ 339090 h 853439"/>
                <a:gd name="connsiteX10" fmla="*/ 342900 w 685800"/>
                <a:gd name="connsiteY10" fmla="*/ 291465 h 853439"/>
                <a:gd name="connsiteX11" fmla="*/ 480060 w 685800"/>
                <a:gd name="connsiteY11" fmla="*/ 255270 h 853439"/>
                <a:gd name="connsiteX12" fmla="*/ 685800 w 685800"/>
                <a:gd name="connsiteY12" fmla="*/ 81915 h 853439"/>
                <a:gd name="connsiteX13" fmla="*/ 603885 w 685800"/>
                <a:gd name="connsiteY13" fmla="*/ 0 h 853439"/>
                <a:gd name="connsiteX14" fmla="*/ 449580 w 685800"/>
                <a:gd name="connsiteY14" fmla="*/ 182880 h 853439"/>
                <a:gd name="connsiteX15" fmla="*/ 342900 w 685800"/>
                <a:gd name="connsiteY15" fmla="*/ 53340 h 853439"/>
                <a:gd name="connsiteX16" fmla="*/ 236220 w 685800"/>
                <a:gd name="connsiteY16" fmla="*/ 182880 h 853439"/>
                <a:gd name="connsiteX17" fmla="*/ 81915 w 685800"/>
                <a:gd name="connsiteY17" fmla="*/ 0 h 853439"/>
                <a:gd name="connsiteX18" fmla="*/ 0 w 685800"/>
                <a:gd name="connsiteY18" fmla="*/ 81915 h 853439"/>
                <a:gd name="connsiteX19" fmla="*/ 205740 w 685800"/>
                <a:gd name="connsiteY19" fmla="*/ 255270 h 853439"/>
                <a:gd name="connsiteX20" fmla="*/ 187643 w 685800"/>
                <a:gd name="connsiteY20" fmla="*/ 441008 h 853439"/>
                <a:gd name="connsiteX21" fmla="*/ 0 w 685800"/>
                <a:gd name="connsiteY21" fmla="*/ 600075 h 853439"/>
                <a:gd name="connsiteX22" fmla="*/ 81915 w 685800"/>
                <a:gd name="connsiteY22" fmla="*/ 681990 h 853439"/>
                <a:gd name="connsiteX23" fmla="*/ 174308 w 685800"/>
                <a:gd name="connsiteY23" fmla="*/ 572453 h 853439"/>
                <a:gd name="connsiteX24" fmla="*/ 152400 w 685800"/>
                <a:gd name="connsiteY24" fmla="*/ 796290 h 853439"/>
                <a:gd name="connsiteX25" fmla="*/ 114300 w 685800"/>
                <a:gd name="connsiteY25" fmla="*/ 796290 h 853439"/>
                <a:gd name="connsiteX26" fmla="*/ 114300 w 685800"/>
                <a:gd name="connsiteY26" fmla="*/ 853440 h 853439"/>
                <a:gd name="connsiteX27" fmla="*/ 571500 w 685800"/>
                <a:gd name="connsiteY27" fmla="*/ 853440 h 853439"/>
                <a:gd name="connsiteX28" fmla="*/ 571500 w 685800"/>
                <a:gd name="connsiteY28" fmla="*/ 796290 h 853439"/>
                <a:gd name="connsiteX29" fmla="*/ 533400 w 685800"/>
                <a:gd name="connsiteY29" fmla="*/ 796290 h 853439"/>
                <a:gd name="connsiteX30" fmla="*/ 511492 w 685800"/>
                <a:gd name="connsiteY30" fmla="*/ 572453 h 853439"/>
                <a:gd name="connsiteX31" fmla="*/ 603885 w 685800"/>
                <a:gd name="connsiteY31" fmla="*/ 681990 h 853439"/>
                <a:gd name="connsiteX32" fmla="*/ 685800 w 685800"/>
                <a:gd name="connsiteY32" fmla="*/ 600075 h 853439"/>
                <a:gd name="connsiteX33" fmla="*/ 498158 w 685800"/>
                <a:gd name="connsiteY33" fmla="*/ 441960 h 853439"/>
                <a:gd name="connsiteX34" fmla="*/ 480060 w 685800"/>
                <a:gd name="connsiteY34" fmla="*/ 255270 h 853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5800" h="853439">
                  <a:moveTo>
                    <a:pt x="400050" y="796290"/>
                  </a:moveTo>
                  <a:lnTo>
                    <a:pt x="285750" y="796290"/>
                  </a:lnTo>
                  <a:lnTo>
                    <a:pt x="285750" y="664845"/>
                  </a:lnTo>
                  <a:cubicBezTo>
                    <a:pt x="285750" y="633413"/>
                    <a:pt x="311468" y="607695"/>
                    <a:pt x="342900" y="607695"/>
                  </a:cubicBezTo>
                  <a:cubicBezTo>
                    <a:pt x="374333" y="607695"/>
                    <a:pt x="400050" y="633413"/>
                    <a:pt x="400050" y="664845"/>
                  </a:cubicBezTo>
                  <a:lnTo>
                    <a:pt x="400050" y="796290"/>
                  </a:lnTo>
                  <a:close/>
                  <a:moveTo>
                    <a:pt x="342900" y="291465"/>
                  </a:moveTo>
                  <a:cubicBezTo>
                    <a:pt x="369570" y="291465"/>
                    <a:pt x="390525" y="312420"/>
                    <a:pt x="390525" y="339090"/>
                  </a:cubicBezTo>
                  <a:cubicBezTo>
                    <a:pt x="390525" y="365760"/>
                    <a:pt x="369570" y="386715"/>
                    <a:pt x="342900" y="386715"/>
                  </a:cubicBezTo>
                  <a:cubicBezTo>
                    <a:pt x="316230" y="386715"/>
                    <a:pt x="295275" y="365760"/>
                    <a:pt x="295275" y="339090"/>
                  </a:cubicBezTo>
                  <a:cubicBezTo>
                    <a:pt x="295275" y="312420"/>
                    <a:pt x="316230" y="291465"/>
                    <a:pt x="342900" y="291465"/>
                  </a:cubicBezTo>
                  <a:close/>
                  <a:moveTo>
                    <a:pt x="480060" y="255270"/>
                  </a:moveTo>
                  <a:lnTo>
                    <a:pt x="685800" y="81915"/>
                  </a:lnTo>
                  <a:lnTo>
                    <a:pt x="603885" y="0"/>
                  </a:lnTo>
                  <a:lnTo>
                    <a:pt x="449580" y="182880"/>
                  </a:lnTo>
                  <a:lnTo>
                    <a:pt x="342900" y="53340"/>
                  </a:lnTo>
                  <a:lnTo>
                    <a:pt x="236220" y="182880"/>
                  </a:lnTo>
                  <a:lnTo>
                    <a:pt x="81915" y="0"/>
                  </a:lnTo>
                  <a:lnTo>
                    <a:pt x="0" y="81915"/>
                  </a:lnTo>
                  <a:lnTo>
                    <a:pt x="205740" y="255270"/>
                  </a:lnTo>
                  <a:lnTo>
                    <a:pt x="187643" y="441008"/>
                  </a:lnTo>
                  <a:lnTo>
                    <a:pt x="0" y="600075"/>
                  </a:lnTo>
                  <a:lnTo>
                    <a:pt x="81915" y="681990"/>
                  </a:lnTo>
                  <a:lnTo>
                    <a:pt x="174308" y="572453"/>
                  </a:lnTo>
                  <a:lnTo>
                    <a:pt x="152400" y="796290"/>
                  </a:lnTo>
                  <a:lnTo>
                    <a:pt x="114300" y="796290"/>
                  </a:lnTo>
                  <a:lnTo>
                    <a:pt x="114300" y="853440"/>
                  </a:lnTo>
                  <a:lnTo>
                    <a:pt x="571500" y="853440"/>
                  </a:lnTo>
                  <a:lnTo>
                    <a:pt x="571500" y="796290"/>
                  </a:lnTo>
                  <a:lnTo>
                    <a:pt x="533400" y="796290"/>
                  </a:lnTo>
                  <a:lnTo>
                    <a:pt x="511492" y="572453"/>
                  </a:lnTo>
                  <a:lnTo>
                    <a:pt x="603885" y="681990"/>
                  </a:lnTo>
                  <a:lnTo>
                    <a:pt x="685800" y="600075"/>
                  </a:lnTo>
                  <a:lnTo>
                    <a:pt x="498158" y="441960"/>
                  </a:lnTo>
                  <a:lnTo>
                    <a:pt x="480060" y="25527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sz="1300" dirty="0">
                <a:latin typeface="Rubik" pitchFamily="2" charset="-79"/>
                <a:cs typeface="Rubik" pitchFamily="2" charset="-79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83C51F-858A-9180-6C33-65DE5E946B5A}"/>
              </a:ext>
            </a:extLst>
          </p:cNvPr>
          <p:cNvGrpSpPr/>
          <p:nvPr/>
        </p:nvGrpSpPr>
        <p:grpSpPr>
          <a:xfrm>
            <a:off x="633000" y="4869000"/>
            <a:ext cx="1440000" cy="1440000"/>
            <a:chOff x="2073000" y="1989000"/>
            <a:chExt cx="144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EC4409-C7F7-9CEB-1677-1316F86A3ADF}"/>
                </a:ext>
              </a:extLst>
            </p:cNvPr>
            <p:cNvSpPr/>
            <p:nvPr/>
          </p:nvSpPr>
          <p:spPr>
            <a:xfrm>
              <a:off x="207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TREE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2" name="Graphic 1" descr="Deciduous tree with solid fill">
              <a:extLst>
                <a:ext uri="{FF2B5EF4-FFF2-40B4-BE49-F238E27FC236}">
                  <a16:creationId xmlns:a16="http://schemas.microsoft.com/office/drawing/2014/main" id="{5AD4EB12-3171-2F6C-D366-E29D83B3E6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41912" y="210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E313CA0-C149-1913-631C-2122C43665BF}"/>
              </a:ext>
            </a:extLst>
          </p:cNvPr>
          <p:cNvGrpSpPr/>
          <p:nvPr/>
        </p:nvGrpSpPr>
        <p:grpSpPr>
          <a:xfrm>
            <a:off x="3513000" y="1989000"/>
            <a:ext cx="1440000" cy="1440000"/>
            <a:chOff x="3513000" y="1989000"/>
            <a:chExt cx="1440000" cy="1440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D73532-3E32-A760-4911-DDBD0CE287FD}"/>
                </a:ext>
              </a:extLst>
            </p:cNvPr>
            <p:cNvSpPr/>
            <p:nvPr/>
          </p:nvSpPr>
          <p:spPr>
            <a:xfrm>
              <a:off x="351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TRACE</a:t>
              </a:r>
              <a:br>
                <a:rPr lang="en-GB" sz="1300" b="1" dirty="0">
                  <a:latin typeface="Rubik" pitchFamily="2" charset="-79"/>
                  <a:cs typeface="Rubik" pitchFamily="2" charset="-79"/>
                </a:rPr>
              </a:br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STREET/PATH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pic>
          <p:nvPicPr>
            <p:cNvPr id="17" name="Graphic 16" descr="Paint brush with solid fill">
              <a:extLst>
                <a:ext uri="{FF2B5EF4-FFF2-40B4-BE49-F238E27FC236}">
                  <a16:creationId xmlns:a16="http://schemas.microsoft.com/office/drawing/2014/main" id="{A218AA24-E716-7ADC-EDDF-993D811B48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01000" y="2133000"/>
              <a:ext cx="864000" cy="8640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5A1FF2-3C59-8B8A-D960-C8ABA124EE5A}"/>
              </a:ext>
            </a:extLst>
          </p:cNvPr>
          <p:cNvGrpSpPr/>
          <p:nvPr/>
        </p:nvGrpSpPr>
        <p:grpSpPr>
          <a:xfrm>
            <a:off x="2073000" y="4869000"/>
            <a:ext cx="1440000" cy="1440000"/>
            <a:chOff x="4233000" y="1989000"/>
            <a:chExt cx="1440000" cy="1440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28E8944-10A3-588D-C5E4-537D71B842D4}"/>
                </a:ext>
              </a:extLst>
            </p:cNvPr>
            <p:cNvSpPr/>
            <p:nvPr/>
          </p:nvSpPr>
          <p:spPr>
            <a:xfrm>
              <a:off x="423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WIDEST STREET/PATH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C82BD23-DDBB-0E28-E0C8-326BEBE9E064}"/>
                </a:ext>
              </a:extLst>
            </p:cNvPr>
            <p:cNvGrpSpPr/>
            <p:nvPr/>
          </p:nvGrpSpPr>
          <p:grpSpPr>
            <a:xfrm>
              <a:off x="4543482" y="2248784"/>
              <a:ext cx="809567" cy="714374"/>
              <a:chOff x="4544017" y="2126473"/>
              <a:chExt cx="809567" cy="714374"/>
            </a:xfrm>
            <a:solidFill>
              <a:schemeClr val="bg1">
                <a:lumMod val="95000"/>
              </a:schemeClr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3911D4DF-D85F-4405-E40C-B6F4FE8E212F}"/>
                  </a:ext>
                </a:extLst>
              </p:cNvPr>
              <p:cNvSpPr/>
              <p:nvPr/>
            </p:nvSpPr>
            <p:spPr>
              <a:xfrm>
                <a:off x="4627122" y="2212198"/>
                <a:ext cx="212169" cy="371475"/>
              </a:xfrm>
              <a:custGeom>
                <a:avLst/>
                <a:gdLst>
                  <a:gd name="connsiteX0" fmla="*/ 155362 w 212169"/>
                  <a:gd name="connsiteY0" fmla="*/ 199720 h 371475"/>
                  <a:gd name="connsiteX1" fmla="*/ 190319 w 212169"/>
                  <a:gd name="connsiteY1" fmla="*/ 199720 h 371475"/>
                  <a:gd name="connsiteX2" fmla="*/ 106194 w 212169"/>
                  <a:gd name="connsiteY2" fmla="*/ 0 h 371475"/>
                  <a:gd name="connsiteX3" fmla="*/ 21850 w 212169"/>
                  <a:gd name="connsiteY3" fmla="*/ 199720 h 371475"/>
                  <a:gd name="connsiteX4" fmla="*/ 56817 w 212169"/>
                  <a:gd name="connsiteY4" fmla="*/ 199720 h 371475"/>
                  <a:gd name="connsiteX5" fmla="*/ 0 w 212169"/>
                  <a:gd name="connsiteY5" fmla="*/ 318373 h 371475"/>
                  <a:gd name="connsiteX6" fmla="*/ 84344 w 212169"/>
                  <a:gd name="connsiteY6" fmla="*/ 318373 h 371475"/>
                  <a:gd name="connsiteX7" fmla="*/ 84344 w 212169"/>
                  <a:gd name="connsiteY7" fmla="*/ 371475 h 371475"/>
                  <a:gd name="connsiteX8" fmla="*/ 128045 w 212169"/>
                  <a:gd name="connsiteY8" fmla="*/ 371475 h 371475"/>
                  <a:gd name="connsiteX9" fmla="*/ 128045 w 212169"/>
                  <a:gd name="connsiteY9" fmla="*/ 318373 h 371475"/>
                  <a:gd name="connsiteX10" fmla="*/ 212169 w 212169"/>
                  <a:gd name="connsiteY10" fmla="*/ 318373 h 371475"/>
                  <a:gd name="connsiteX11" fmla="*/ 155362 w 212169"/>
                  <a:gd name="connsiteY11" fmla="*/ 199720 h 371475"/>
                  <a:gd name="connsiteX12" fmla="*/ 155362 w 212169"/>
                  <a:gd name="connsiteY12" fmla="*/ 199720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2169" h="371475">
                    <a:moveTo>
                      <a:pt x="155362" y="199720"/>
                    </a:moveTo>
                    <a:lnTo>
                      <a:pt x="190319" y="199720"/>
                    </a:lnTo>
                    <a:lnTo>
                      <a:pt x="106194" y="0"/>
                    </a:lnTo>
                    <a:lnTo>
                      <a:pt x="21850" y="199720"/>
                    </a:lnTo>
                    <a:lnTo>
                      <a:pt x="56817" y="199720"/>
                    </a:lnTo>
                    <a:lnTo>
                      <a:pt x="0" y="318373"/>
                    </a:lnTo>
                    <a:lnTo>
                      <a:pt x="84344" y="318373"/>
                    </a:lnTo>
                    <a:lnTo>
                      <a:pt x="84344" y="371475"/>
                    </a:lnTo>
                    <a:lnTo>
                      <a:pt x="128045" y="371475"/>
                    </a:lnTo>
                    <a:lnTo>
                      <a:pt x="128045" y="318373"/>
                    </a:lnTo>
                    <a:lnTo>
                      <a:pt x="212169" y="318373"/>
                    </a:lnTo>
                    <a:lnTo>
                      <a:pt x="155362" y="199720"/>
                    </a:lnTo>
                    <a:lnTo>
                      <a:pt x="155362" y="1997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12CC639-78CB-B363-7EC8-CA8C5EF4A1E5}"/>
                  </a:ext>
                </a:extLst>
              </p:cNvPr>
              <p:cNvSpPr/>
              <p:nvPr/>
            </p:nvSpPr>
            <p:spPr>
              <a:xfrm>
                <a:off x="5203985" y="2126473"/>
                <a:ext cx="149599" cy="261918"/>
              </a:xfrm>
              <a:custGeom>
                <a:avLst/>
                <a:gdLst>
                  <a:gd name="connsiteX0" fmla="*/ 109547 w 149599"/>
                  <a:gd name="connsiteY0" fmla="*/ 140818 h 261918"/>
                  <a:gd name="connsiteX1" fmla="*/ 134198 w 149599"/>
                  <a:gd name="connsiteY1" fmla="*/ 140818 h 261918"/>
                  <a:gd name="connsiteX2" fmla="*/ 74876 w 149599"/>
                  <a:gd name="connsiteY2" fmla="*/ 0 h 261918"/>
                  <a:gd name="connsiteX3" fmla="*/ 15411 w 149599"/>
                  <a:gd name="connsiteY3" fmla="*/ 140818 h 261918"/>
                  <a:gd name="connsiteX4" fmla="*/ 40062 w 149599"/>
                  <a:gd name="connsiteY4" fmla="*/ 140818 h 261918"/>
                  <a:gd name="connsiteX5" fmla="*/ 0 w 149599"/>
                  <a:gd name="connsiteY5" fmla="*/ 224485 h 261918"/>
                  <a:gd name="connsiteX6" fmla="*/ 59474 w 149599"/>
                  <a:gd name="connsiteY6" fmla="*/ 224485 h 261918"/>
                  <a:gd name="connsiteX7" fmla="*/ 59474 w 149599"/>
                  <a:gd name="connsiteY7" fmla="*/ 261918 h 261918"/>
                  <a:gd name="connsiteX8" fmla="*/ 90288 w 149599"/>
                  <a:gd name="connsiteY8" fmla="*/ 261918 h 261918"/>
                  <a:gd name="connsiteX9" fmla="*/ 90288 w 149599"/>
                  <a:gd name="connsiteY9" fmla="*/ 224485 h 261918"/>
                  <a:gd name="connsiteX10" fmla="*/ 149600 w 149599"/>
                  <a:gd name="connsiteY10" fmla="*/ 224485 h 261918"/>
                  <a:gd name="connsiteX11" fmla="*/ 109547 w 149599"/>
                  <a:gd name="connsiteY11" fmla="*/ 140818 h 261918"/>
                  <a:gd name="connsiteX12" fmla="*/ 109547 w 149599"/>
                  <a:gd name="connsiteY12" fmla="*/ 140818 h 26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9599" h="261918">
                    <a:moveTo>
                      <a:pt x="109547" y="140818"/>
                    </a:moveTo>
                    <a:lnTo>
                      <a:pt x="134198" y="140818"/>
                    </a:lnTo>
                    <a:lnTo>
                      <a:pt x="74876" y="0"/>
                    </a:lnTo>
                    <a:lnTo>
                      <a:pt x="15411" y="140818"/>
                    </a:lnTo>
                    <a:lnTo>
                      <a:pt x="40062" y="140818"/>
                    </a:lnTo>
                    <a:lnTo>
                      <a:pt x="0" y="224485"/>
                    </a:lnTo>
                    <a:lnTo>
                      <a:pt x="59474" y="224485"/>
                    </a:lnTo>
                    <a:lnTo>
                      <a:pt x="59474" y="261918"/>
                    </a:lnTo>
                    <a:lnTo>
                      <a:pt x="90288" y="261918"/>
                    </a:lnTo>
                    <a:lnTo>
                      <a:pt x="90288" y="224485"/>
                    </a:lnTo>
                    <a:lnTo>
                      <a:pt x="149600" y="224485"/>
                    </a:lnTo>
                    <a:lnTo>
                      <a:pt x="109547" y="140818"/>
                    </a:lnTo>
                    <a:lnTo>
                      <a:pt x="109547" y="14081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2D27FB4-B322-E45E-4565-C934E643F412}"/>
                  </a:ext>
                </a:extLst>
              </p:cNvPr>
              <p:cNvSpPr/>
              <p:nvPr/>
            </p:nvSpPr>
            <p:spPr>
              <a:xfrm>
                <a:off x="4544017" y="2259816"/>
                <a:ext cx="707311" cy="581031"/>
              </a:xfrm>
              <a:custGeom>
                <a:avLst/>
                <a:gdLst>
                  <a:gd name="connsiteX0" fmla="*/ 474812 w 707311"/>
                  <a:gd name="connsiteY0" fmla="*/ 72577 h 581031"/>
                  <a:gd name="connsiteX1" fmla="*/ 639661 w 707311"/>
                  <a:gd name="connsiteY1" fmla="*/ 164294 h 581031"/>
                  <a:gd name="connsiteX2" fmla="*/ 683914 w 707311"/>
                  <a:gd name="connsiteY2" fmla="*/ 332477 h 581031"/>
                  <a:gd name="connsiteX3" fmla="*/ 523361 w 707311"/>
                  <a:gd name="connsiteY3" fmla="*/ 581032 h 581031"/>
                  <a:gd name="connsiteX4" fmla="*/ 0 w 707311"/>
                  <a:gd name="connsiteY4" fmla="*/ 581032 h 581031"/>
                  <a:gd name="connsiteX5" fmla="*/ 417052 w 707311"/>
                  <a:gd name="connsiteY5" fmla="*/ 323599 h 581031"/>
                  <a:gd name="connsiteX6" fmla="*/ 466725 w 707311"/>
                  <a:gd name="connsiteY6" fmla="*/ 161932 h 581031"/>
                  <a:gd name="connsiteX7" fmla="*/ 380448 w 707311"/>
                  <a:gd name="connsiteY7" fmla="*/ 72206 h 581031"/>
                  <a:gd name="connsiteX8" fmla="*/ 476250 w 707311"/>
                  <a:gd name="connsiteY8" fmla="*/ 7 h 581031"/>
                  <a:gd name="connsiteX9" fmla="*/ 514350 w 707311"/>
                  <a:gd name="connsiteY9" fmla="*/ 7 h 581031"/>
                  <a:gd name="connsiteX10" fmla="*/ 474812 w 707311"/>
                  <a:gd name="connsiteY10" fmla="*/ 72577 h 581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7311" h="581031">
                    <a:moveTo>
                      <a:pt x="474812" y="72577"/>
                    </a:moveTo>
                    <a:cubicBezTo>
                      <a:pt x="514750" y="99609"/>
                      <a:pt x="621573" y="151416"/>
                      <a:pt x="639661" y="164294"/>
                    </a:cubicBezTo>
                    <a:cubicBezTo>
                      <a:pt x="664959" y="182296"/>
                      <a:pt x="747141" y="222825"/>
                      <a:pt x="683914" y="332477"/>
                    </a:cubicBezTo>
                    <a:cubicBezTo>
                      <a:pt x="620687" y="442128"/>
                      <a:pt x="562127" y="522929"/>
                      <a:pt x="523361" y="581032"/>
                    </a:cubicBezTo>
                    <a:lnTo>
                      <a:pt x="0" y="581032"/>
                    </a:lnTo>
                    <a:cubicBezTo>
                      <a:pt x="130131" y="474209"/>
                      <a:pt x="330460" y="386064"/>
                      <a:pt x="417052" y="323599"/>
                    </a:cubicBezTo>
                    <a:cubicBezTo>
                      <a:pt x="503644" y="261134"/>
                      <a:pt x="508340" y="213948"/>
                      <a:pt x="466725" y="161932"/>
                    </a:cubicBezTo>
                    <a:cubicBezTo>
                      <a:pt x="428625" y="114307"/>
                      <a:pt x="394449" y="100886"/>
                      <a:pt x="380448" y="72206"/>
                    </a:cubicBezTo>
                    <a:cubicBezTo>
                      <a:pt x="355521" y="21171"/>
                      <a:pt x="445541" y="-432"/>
                      <a:pt x="476250" y="7"/>
                    </a:cubicBezTo>
                    <a:cubicBezTo>
                      <a:pt x="479974" y="7"/>
                      <a:pt x="514350" y="7"/>
                      <a:pt x="514350" y="7"/>
                    </a:cubicBezTo>
                    <a:cubicBezTo>
                      <a:pt x="514350" y="7"/>
                      <a:pt x="434864" y="45555"/>
                      <a:pt x="474812" y="725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NL" sz="1300" dirty="0">
                  <a:latin typeface="Rubik" pitchFamily="2" charset="-79"/>
                  <a:cs typeface="Rubik" pitchFamily="2" charset="-79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AAB7D6-5477-1856-5157-7E6251D4DDF6}"/>
              </a:ext>
            </a:extLst>
          </p:cNvPr>
          <p:cNvGrpSpPr/>
          <p:nvPr/>
        </p:nvGrpSpPr>
        <p:grpSpPr>
          <a:xfrm>
            <a:off x="2073000" y="1989000"/>
            <a:ext cx="1440000" cy="1440000"/>
            <a:chOff x="2073000" y="1989000"/>
            <a:chExt cx="1440000" cy="14400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6F911A2-FCEC-CD38-EC27-A39C2E64A6B9}"/>
                </a:ext>
              </a:extLst>
            </p:cNvPr>
            <p:cNvSpPr/>
            <p:nvPr/>
          </p:nvSpPr>
          <p:spPr>
            <a:xfrm>
              <a:off x="2073000" y="198900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endParaRPr lang="en-GB" sz="1300" b="1" dirty="0">
                <a:latin typeface="Rubik" pitchFamily="2" charset="-79"/>
                <a:cs typeface="Rubik" pitchFamily="2" charset="-79"/>
              </a:endParaRPr>
            </a:p>
            <a:p>
              <a:pPr algn="ctr"/>
              <a:r>
                <a:rPr lang="en-GB" sz="1300" b="1" dirty="0">
                  <a:latin typeface="Rubik" pitchFamily="2" charset="-79"/>
                  <a:cs typeface="Rubik" pitchFamily="2" charset="-79"/>
                </a:rPr>
                <a:t>BUILDING FROM STATION</a:t>
              </a:r>
              <a:endParaRPr lang="en-NL" sz="1300" b="1" dirty="0">
                <a:latin typeface="Rubik" pitchFamily="2" charset="-79"/>
                <a:cs typeface="Rubik" pitchFamily="2" charset="-79"/>
              </a:endParaRPr>
            </a:p>
          </p:txBody>
        </p:sp>
        <p:sp>
          <p:nvSpPr>
            <p:cNvPr id="40" name="Graphic 37" descr="Building with solid fill">
              <a:extLst>
                <a:ext uri="{FF2B5EF4-FFF2-40B4-BE49-F238E27FC236}">
                  <a16:creationId xmlns:a16="http://schemas.microsoft.com/office/drawing/2014/main" id="{48FABD9B-F405-B2EB-F805-239818DBB2AC}"/>
                </a:ext>
              </a:extLst>
            </p:cNvPr>
            <p:cNvSpPr/>
            <p:nvPr/>
          </p:nvSpPr>
          <p:spPr>
            <a:xfrm>
              <a:off x="2526300" y="2164950"/>
              <a:ext cx="533400" cy="800100"/>
            </a:xfrm>
            <a:custGeom>
              <a:avLst/>
              <a:gdLst>
                <a:gd name="csX0" fmla="*/ 428625 w 533400"/>
                <a:gd name="csY0" fmla="*/ 219075 h 800100"/>
                <a:gd name="csX1" fmla="*/ 371475 w 533400"/>
                <a:gd name="csY1" fmla="*/ 219075 h 800100"/>
                <a:gd name="csX2" fmla="*/ 371475 w 533400"/>
                <a:gd name="csY2" fmla="*/ 161925 h 800100"/>
                <a:gd name="csX3" fmla="*/ 428625 w 533400"/>
                <a:gd name="csY3" fmla="*/ 161925 h 800100"/>
                <a:gd name="csX4" fmla="*/ 428625 w 533400"/>
                <a:gd name="csY4" fmla="*/ 219075 h 800100"/>
                <a:gd name="csX5" fmla="*/ 428625 w 533400"/>
                <a:gd name="csY5" fmla="*/ 371475 h 800100"/>
                <a:gd name="csX6" fmla="*/ 371475 w 533400"/>
                <a:gd name="csY6" fmla="*/ 371475 h 800100"/>
                <a:gd name="csX7" fmla="*/ 371475 w 533400"/>
                <a:gd name="csY7" fmla="*/ 314325 h 800100"/>
                <a:gd name="csX8" fmla="*/ 428625 w 533400"/>
                <a:gd name="csY8" fmla="*/ 314325 h 800100"/>
                <a:gd name="csX9" fmla="*/ 428625 w 533400"/>
                <a:gd name="csY9" fmla="*/ 371475 h 800100"/>
                <a:gd name="csX10" fmla="*/ 428625 w 533400"/>
                <a:gd name="csY10" fmla="*/ 523875 h 800100"/>
                <a:gd name="csX11" fmla="*/ 371475 w 533400"/>
                <a:gd name="csY11" fmla="*/ 523875 h 800100"/>
                <a:gd name="csX12" fmla="*/ 371475 w 533400"/>
                <a:gd name="csY12" fmla="*/ 466725 h 800100"/>
                <a:gd name="csX13" fmla="*/ 428625 w 533400"/>
                <a:gd name="csY13" fmla="*/ 466725 h 800100"/>
                <a:gd name="csX14" fmla="*/ 428625 w 533400"/>
                <a:gd name="csY14" fmla="*/ 523875 h 800100"/>
                <a:gd name="csX15" fmla="*/ 428625 w 533400"/>
                <a:gd name="csY15" fmla="*/ 676275 h 800100"/>
                <a:gd name="csX16" fmla="*/ 371475 w 533400"/>
                <a:gd name="csY16" fmla="*/ 676275 h 800100"/>
                <a:gd name="csX17" fmla="*/ 371475 w 533400"/>
                <a:gd name="csY17" fmla="*/ 619125 h 800100"/>
                <a:gd name="csX18" fmla="*/ 428625 w 533400"/>
                <a:gd name="csY18" fmla="*/ 619125 h 800100"/>
                <a:gd name="csX19" fmla="*/ 428625 w 533400"/>
                <a:gd name="csY19" fmla="*/ 676275 h 800100"/>
                <a:gd name="csX20" fmla="*/ 295275 w 533400"/>
                <a:gd name="csY20" fmla="*/ 219075 h 800100"/>
                <a:gd name="csX21" fmla="*/ 238125 w 533400"/>
                <a:gd name="csY21" fmla="*/ 219075 h 800100"/>
                <a:gd name="csX22" fmla="*/ 238125 w 533400"/>
                <a:gd name="csY22" fmla="*/ 161925 h 800100"/>
                <a:gd name="csX23" fmla="*/ 295275 w 533400"/>
                <a:gd name="csY23" fmla="*/ 161925 h 800100"/>
                <a:gd name="csX24" fmla="*/ 295275 w 533400"/>
                <a:gd name="csY24" fmla="*/ 219075 h 800100"/>
                <a:gd name="csX25" fmla="*/ 295275 w 533400"/>
                <a:gd name="csY25" fmla="*/ 371475 h 800100"/>
                <a:gd name="csX26" fmla="*/ 238125 w 533400"/>
                <a:gd name="csY26" fmla="*/ 371475 h 800100"/>
                <a:gd name="csX27" fmla="*/ 238125 w 533400"/>
                <a:gd name="csY27" fmla="*/ 314325 h 800100"/>
                <a:gd name="csX28" fmla="*/ 295275 w 533400"/>
                <a:gd name="csY28" fmla="*/ 314325 h 800100"/>
                <a:gd name="csX29" fmla="*/ 295275 w 533400"/>
                <a:gd name="csY29" fmla="*/ 371475 h 800100"/>
                <a:gd name="csX30" fmla="*/ 295275 w 533400"/>
                <a:gd name="csY30" fmla="*/ 523875 h 800100"/>
                <a:gd name="csX31" fmla="*/ 238125 w 533400"/>
                <a:gd name="csY31" fmla="*/ 523875 h 800100"/>
                <a:gd name="csX32" fmla="*/ 238125 w 533400"/>
                <a:gd name="csY32" fmla="*/ 466725 h 800100"/>
                <a:gd name="csX33" fmla="*/ 295275 w 533400"/>
                <a:gd name="csY33" fmla="*/ 466725 h 800100"/>
                <a:gd name="csX34" fmla="*/ 295275 w 533400"/>
                <a:gd name="csY34" fmla="*/ 523875 h 800100"/>
                <a:gd name="csX35" fmla="*/ 295275 w 533400"/>
                <a:gd name="csY35" fmla="*/ 733425 h 800100"/>
                <a:gd name="csX36" fmla="*/ 238125 w 533400"/>
                <a:gd name="csY36" fmla="*/ 733425 h 800100"/>
                <a:gd name="csX37" fmla="*/ 238125 w 533400"/>
                <a:gd name="csY37" fmla="*/ 619125 h 800100"/>
                <a:gd name="csX38" fmla="*/ 295275 w 533400"/>
                <a:gd name="csY38" fmla="*/ 619125 h 800100"/>
                <a:gd name="csX39" fmla="*/ 295275 w 533400"/>
                <a:gd name="csY39" fmla="*/ 733425 h 800100"/>
                <a:gd name="csX40" fmla="*/ 161925 w 533400"/>
                <a:gd name="csY40" fmla="*/ 219075 h 800100"/>
                <a:gd name="csX41" fmla="*/ 104775 w 533400"/>
                <a:gd name="csY41" fmla="*/ 219075 h 800100"/>
                <a:gd name="csX42" fmla="*/ 104775 w 533400"/>
                <a:gd name="csY42" fmla="*/ 161925 h 800100"/>
                <a:gd name="csX43" fmla="*/ 161925 w 533400"/>
                <a:gd name="csY43" fmla="*/ 161925 h 800100"/>
                <a:gd name="csX44" fmla="*/ 161925 w 533400"/>
                <a:gd name="csY44" fmla="*/ 219075 h 800100"/>
                <a:gd name="csX45" fmla="*/ 161925 w 533400"/>
                <a:gd name="csY45" fmla="*/ 371475 h 800100"/>
                <a:gd name="csX46" fmla="*/ 104775 w 533400"/>
                <a:gd name="csY46" fmla="*/ 371475 h 800100"/>
                <a:gd name="csX47" fmla="*/ 104775 w 533400"/>
                <a:gd name="csY47" fmla="*/ 314325 h 800100"/>
                <a:gd name="csX48" fmla="*/ 161925 w 533400"/>
                <a:gd name="csY48" fmla="*/ 314325 h 800100"/>
                <a:gd name="csX49" fmla="*/ 161925 w 533400"/>
                <a:gd name="csY49" fmla="*/ 371475 h 800100"/>
                <a:gd name="csX50" fmla="*/ 161925 w 533400"/>
                <a:gd name="csY50" fmla="*/ 523875 h 800100"/>
                <a:gd name="csX51" fmla="*/ 104775 w 533400"/>
                <a:gd name="csY51" fmla="*/ 523875 h 800100"/>
                <a:gd name="csX52" fmla="*/ 104775 w 533400"/>
                <a:gd name="csY52" fmla="*/ 466725 h 800100"/>
                <a:gd name="csX53" fmla="*/ 161925 w 533400"/>
                <a:gd name="csY53" fmla="*/ 466725 h 800100"/>
                <a:gd name="csX54" fmla="*/ 161925 w 533400"/>
                <a:gd name="csY54" fmla="*/ 523875 h 800100"/>
                <a:gd name="csX55" fmla="*/ 161925 w 533400"/>
                <a:gd name="csY55" fmla="*/ 676275 h 800100"/>
                <a:gd name="csX56" fmla="*/ 104775 w 533400"/>
                <a:gd name="csY56" fmla="*/ 676275 h 800100"/>
                <a:gd name="csX57" fmla="*/ 104775 w 533400"/>
                <a:gd name="csY57" fmla="*/ 619125 h 800100"/>
                <a:gd name="csX58" fmla="*/ 161925 w 533400"/>
                <a:gd name="csY58" fmla="*/ 619125 h 800100"/>
                <a:gd name="csX59" fmla="*/ 161925 w 533400"/>
                <a:gd name="csY59" fmla="*/ 676275 h 800100"/>
                <a:gd name="csX60" fmla="*/ 495300 w 533400"/>
                <a:gd name="csY60" fmla="*/ 733425 h 800100"/>
                <a:gd name="csX61" fmla="*/ 495300 w 533400"/>
                <a:gd name="csY61" fmla="*/ 95250 h 800100"/>
                <a:gd name="csX62" fmla="*/ 466725 w 533400"/>
                <a:gd name="csY62" fmla="*/ 95250 h 800100"/>
                <a:gd name="csX63" fmla="*/ 466725 w 533400"/>
                <a:gd name="csY63" fmla="*/ 38100 h 800100"/>
                <a:gd name="csX64" fmla="*/ 438150 w 533400"/>
                <a:gd name="csY64" fmla="*/ 38100 h 800100"/>
                <a:gd name="csX65" fmla="*/ 438150 w 533400"/>
                <a:gd name="csY65" fmla="*/ 0 h 800100"/>
                <a:gd name="csX66" fmla="*/ 95250 w 533400"/>
                <a:gd name="csY66" fmla="*/ 0 h 800100"/>
                <a:gd name="csX67" fmla="*/ 95250 w 533400"/>
                <a:gd name="csY67" fmla="*/ 38100 h 800100"/>
                <a:gd name="csX68" fmla="*/ 66675 w 533400"/>
                <a:gd name="csY68" fmla="*/ 38100 h 800100"/>
                <a:gd name="csX69" fmla="*/ 66675 w 533400"/>
                <a:gd name="csY69" fmla="*/ 95250 h 800100"/>
                <a:gd name="csX70" fmla="*/ 38100 w 533400"/>
                <a:gd name="csY70" fmla="*/ 95250 h 800100"/>
                <a:gd name="csX71" fmla="*/ 38100 w 533400"/>
                <a:gd name="csY71" fmla="*/ 733425 h 800100"/>
                <a:gd name="csX72" fmla="*/ 0 w 533400"/>
                <a:gd name="csY72" fmla="*/ 733425 h 800100"/>
                <a:gd name="csX73" fmla="*/ 0 w 533400"/>
                <a:gd name="csY73" fmla="*/ 800100 h 800100"/>
                <a:gd name="csX74" fmla="*/ 533400 w 533400"/>
                <a:gd name="csY74" fmla="*/ 800100 h 800100"/>
                <a:gd name="csX75" fmla="*/ 533400 w 533400"/>
                <a:gd name="csY75" fmla="*/ 733425 h 800100"/>
                <a:gd name="csX76" fmla="*/ 495300 w 533400"/>
                <a:gd name="csY76" fmla="*/ 733425 h 800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</a:cxnLst>
              <a:rect l="l" t="t" r="r" b="b"/>
              <a:pathLst>
                <a:path w="533400" h="800100">
                  <a:moveTo>
                    <a:pt x="428625" y="219075"/>
                  </a:moveTo>
                  <a:lnTo>
                    <a:pt x="371475" y="219075"/>
                  </a:lnTo>
                  <a:lnTo>
                    <a:pt x="371475" y="161925"/>
                  </a:lnTo>
                  <a:lnTo>
                    <a:pt x="428625" y="161925"/>
                  </a:lnTo>
                  <a:lnTo>
                    <a:pt x="428625" y="219075"/>
                  </a:lnTo>
                  <a:close/>
                  <a:moveTo>
                    <a:pt x="428625" y="371475"/>
                  </a:moveTo>
                  <a:lnTo>
                    <a:pt x="371475" y="371475"/>
                  </a:lnTo>
                  <a:lnTo>
                    <a:pt x="371475" y="314325"/>
                  </a:lnTo>
                  <a:lnTo>
                    <a:pt x="428625" y="314325"/>
                  </a:lnTo>
                  <a:lnTo>
                    <a:pt x="428625" y="371475"/>
                  </a:lnTo>
                  <a:close/>
                  <a:moveTo>
                    <a:pt x="428625" y="523875"/>
                  </a:moveTo>
                  <a:lnTo>
                    <a:pt x="371475" y="523875"/>
                  </a:lnTo>
                  <a:lnTo>
                    <a:pt x="371475" y="466725"/>
                  </a:lnTo>
                  <a:lnTo>
                    <a:pt x="428625" y="466725"/>
                  </a:lnTo>
                  <a:lnTo>
                    <a:pt x="428625" y="523875"/>
                  </a:lnTo>
                  <a:close/>
                  <a:moveTo>
                    <a:pt x="428625" y="676275"/>
                  </a:moveTo>
                  <a:lnTo>
                    <a:pt x="371475" y="676275"/>
                  </a:lnTo>
                  <a:lnTo>
                    <a:pt x="371475" y="619125"/>
                  </a:lnTo>
                  <a:lnTo>
                    <a:pt x="428625" y="619125"/>
                  </a:lnTo>
                  <a:lnTo>
                    <a:pt x="428625" y="676275"/>
                  </a:lnTo>
                  <a:close/>
                  <a:moveTo>
                    <a:pt x="295275" y="219075"/>
                  </a:moveTo>
                  <a:lnTo>
                    <a:pt x="238125" y="219075"/>
                  </a:lnTo>
                  <a:lnTo>
                    <a:pt x="238125" y="161925"/>
                  </a:lnTo>
                  <a:lnTo>
                    <a:pt x="295275" y="161925"/>
                  </a:lnTo>
                  <a:lnTo>
                    <a:pt x="295275" y="219075"/>
                  </a:lnTo>
                  <a:close/>
                  <a:moveTo>
                    <a:pt x="295275" y="371475"/>
                  </a:moveTo>
                  <a:lnTo>
                    <a:pt x="238125" y="371475"/>
                  </a:lnTo>
                  <a:lnTo>
                    <a:pt x="238125" y="314325"/>
                  </a:lnTo>
                  <a:lnTo>
                    <a:pt x="295275" y="314325"/>
                  </a:lnTo>
                  <a:lnTo>
                    <a:pt x="295275" y="371475"/>
                  </a:lnTo>
                  <a:close/>
                  <a:moveTo>
                    <a:pt x="295275" y="523875"/>
                  </a:moveTo>
                  <a:lnTo>
                    <a:pt x="238125" y="523875"/>
                  </a:lnTo>
                  <a:lnTo>
                    <a:pt x="238125" y="466725"/>
                  </a:lnTo>
                  <a:lnTo>
                    <a:pt x="295275" y="466725"/>
                  </a:lnTo>
                  <a:lnTo>
                    <a:pt x="295275" y="523875"/>
                  </a:lnTo>
                  <a:close/>
                  <a:moveTo>
                    <a:pt x="295275" y="733425"/>
                  </a:moveTo>
                  <a:lnTo>
                    <a:pt x="238125" y="733425"/>
                  </a:lnTo>
                  <a:lnTo>
                    <a:pt x="238125" y="619125"/>
                  </a:lnTo>
                  <a:lnTo>
                    <a:pt x="295275" y="619125"/>
                  </a:lnTo>
                  <a:lnTo>
                    <a:pt x="295275" y="733425"/>
                  </a:lnTo>
                  <a:close/>
                  <a:moveTo>
                    <a:pt x="161925" y="219075"/>
                  </a:moveTo>
                  <a:lnTo>
                    <a:pt x="104775" y="219075"/>
                  </a:lnTo>
                  <a:lnTo>
                    <a:pt x="104775" y="161925"/>
                  </a:lnTo>
                  <a:lnTo>
                    <a:pt x="161925" y="161925"/>
                  </a:lnTo>
                  <a:lnTo>
                    <a:pt x="161925" y="219075"/>
                  </a:lnTo>
                  <a:close/>
                  <a:moveTo>
                    <a:pt x="161925" y="371475"/>
                  </a:moveTo>
                  <a:lnTo>
                    <a:pt x="104775" y="371475"/>
                  </a:lnTo>
                  <a:lnTo>
                    <a:pt x="104775" y="314325"/>
                  </a:lnTo>
                  <a:lnTo>
                    <a:pt x="161925" y="314325"/>
                  </a:lnTo>
                  <a:lnTo>
                    <a:pt x="161925" y="371475"/>
                  </a:lnTo>
                  <a:close/>
                  <a:moveTo>
                    <a:pt x="161925" y="523875"/>
                  </a:moveTo>
                  <a:lnTo>
                    <a:pt x="104775" y="523875"/>
                  </a:lnTo>
                  <a:lnTo>
                    <a:pt x="104775" y="466725"/>
                  </a:lnTo>
                  <a:lnTo>
                    <a:pt x="161925" y="466725"/>
                  </a:lnTo>
                  <a:lnTo>
                    <a:pt x="161925" y="523875"/>
                  </a:lnTo>
                  <a:close/>
                  <a:moveTo>
                    <a:pt x="161925" y="676275"/>
                  </a:moveTo>
                  <a:lnTo>
                    <a:pt x="104775" y="676275"/>
                  </a:lnTo>
                  <a:lnTo>
                    <a:pt x="104775" y="619125"/>
                  </a:lnTo>
                  <a:lnTo>
                    <a:pt x="161925" y="619125"/>
                  </a:lnTo>
                  <a:lnTo>
                    <a:pt x="161925" y="676275"/>
                  </a:lnTo>
                  <a:close/>
                  <a:moveTo>
                    <a:pt x="495300" y="733425"/>
                  </a:moveTo>
                  <a:lnTo>
                    <a:pt x="495300" y="95250"/>
                  </a:lnTo>
                  <a:lnTo>
                    <a:pt x="466725" y="95250"/>
                  </a:lnTo>
                  <a:lnTo>
                    <a:pt x="466725" y="38100"/>
                  </a:lnTo>
                  <a:lnTo>
                    <a:pt x="438150" y="38100"/>
                  </a:lnTo>
                  <a:lnTo>
                    <a:pt x="438150" y="0"/>
                  </a:lnTo>
                  <a:lnTo>
                    <a:pt x="95250" y="0"/>
                  </a:lnTo>
                  <a:lnTo>
                    <a:pt x="95250" y="38100"/>
                  </a:lnTo>
                  <a:lnTo>
                    <a:pt x="66675" y="38100"/>
                  </a:lnTo>
                  <a:lnTo>
                    <a:pt x="66675" y="95250"/>
                  </a:lnTo>
                  <a:lnTo>
                    <a:pt x="38100" y="95250"/>
                  </a:lnTo>
                  <a:lnTo>
                    <a:pt x="38100" y="733425"/>
                  </a:lnTo>
                  <a:lnTo>
                    <a:pt x="0" y="733425"/>
                  </a:lnTo>
                  <a:lnTo>
                    <a:pt x="0" y="800100"/>
                  </a:lnTo>
                  <a:lnTo>
                    <a:pt x="533400" y="800100"/>
                  </a:lnTo>
                  <a:lnTo>
                    <a:pt x="533400" y="733425"/>
                  </a:lnTo>
                  <a:lnTo>
                    <a:pt x="495300" y="733425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163173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7FFA-FE87-CA85-DEDD-960BFC25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Skull with solid fill">
            <a:extLst>
              <a:ext uri="{FF2B5EF4-FFF2-40B4-BE49-F238E27FC236}">
                <a16:creationId xmlns:a16="http://schemas.microsoft.com/office/drawing/2014/main" id="{6214AAE6-6CA3-A1AF-1243-BA4CD452A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3000" y="2709000"/>
            <a:ext cx="1440000" cy="1440000"/>
          </a:xfrm>
          <a:prstGeom prst="rect">
            <a:avLst/>
          </a:prstGeom>
        </p:spPr>
      </p:pic>
      <p:pic>
        <p:nvPicPr>
          <p:cNvPr id="7" name="Graphic 6" descr="Muscular arm with solid fill">
            <a:extLst>
              <a:ext uri="{FF2B5EF4-FFF2-40B4-BE49-F238E27FC236}">
                <a16:creationId xmlns:a16="http://schemas.microsoft.com/office/drawing/2014/main" id="{081162EF-992A-9321-23A8-EE61871C7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3000" y="2708400"/>
            <a:ext cx="1440000" cy="1440000"/>
          </a:xfrm>
          <a:prstGeom prst="rect">
            <a:avLst/>
          </a:prstGeom>
        </p:spPr>
      </p:pic>
      <p:pic>
        <p:nvPicPr>
          <p:cNvPr id="11" name="Graphic 10" descr="Stopwatch 25% with solid fill">
            <a:extLst>
              <a:ext uri="{FF2B5EF4-FFF2-40B4-BE49-F238E27FC236}">
                <a16:creationId xmlns:a16="http://schemas.microsoft.com/office/drawing/2014/main" id="{52D7CAA9-D594-701F-C632-67CFB2FC8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000" y="2709000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8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1802</TotalTime>
  <Words>109</Words>
  <Application>Microsoft Office PowerPoint</Application>
  <PresentationFormat>A4 Paper (210x297 mm)</PresentationFormat>
  <Paragraphs>261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White</dc:creator>
  <cp:lastModifiedBy>Ruben White</cp:lastModifiedBy>
  <cp:revision>31</cp:revision>
  <dcterms:created xsi:type="dcterms:W3CDTF">2024-12-01T16:48:38Z</dcterms:created>
  <dcterms:modified xsi:type="dcterms:W3CDTF">2026-04-21T20:59:10Z</dcterms:modified>
</cp:coreProperties>
</file>